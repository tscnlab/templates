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2" r:id="rId2"/>
  </p:sldMasterIdLst>
  <p:notesMasterIdLst>
    <p:notesMasterId r:id="rId4"/>
  </p:notesMasterIdLst>
  <p:handoutMasterIdLst>
    <p:handoutMasterId r:id="rId5"/>
  </p:handoutMasterIdLst>
  <p:sldIdLst>
    <p:sldId id="257" r:id="rId3"/>
  </p:sldIdLst>
  <p:sldSz cx="30311725" cy="42808525"/>
  <p:notesSz cx="6858000" cy="9144000"/>
  <p:defaultTextStyle>
    <a:defPPr>
      <a:defRPr lang="de-DE"/>
    </a:defPPr>
    <a:lvl1pPr marL="0" algn="l" defTabSz="4176431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1pPr>
    <a:lvl2pPr marL="2088215" algn="l" defTabSz="4176431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2pPr>
    <a:lvl3pPr marL="4176431" algn="l" defTabSz="4176431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3pPr>
    <a:lvl4pPr marL="6264646" algn="l" defTabSz="4176431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4pPr>
    <a:lvl5pPr marL="8352861" algn="l" defTabSz="4176431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5pPr>
    <a:lvl6pPr marL="10441076" algn="l" defTabSz="4176431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6pPr>
    <a:lvl7pPr marL="12529292" algn="l" defTabSz="4176431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7pPr>
    <a:lvl8pPr marL="14617507" algn="l" defTabSz="4176431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8pPr>
    <a:lvl9pPr marL="16705722" algn="l" defTabSz="4176431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7F205539-3C0C-47F2-A212-71A24694659E}">
          <p14:sldIdLst>
            <p14:sldId id="25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099" userDrawn="1">
          <p15:clr>
            <a:srgbClr val="A4A3A4"/>
          </p15:clr>
        </p15:guide>
        <p15:guide id="2" pos="954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33"/>
    <a:srgbClr val="FFF9DD"/>
    <a:srgbClr val="A6A6A6"/>
    <a:srgbClr val="808080"/>
    <a:srgbClr val="0033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542" autoAdjust="0"/>
    <p:restoredTop sz="94651" autoAdjust="0"/>
  </p:normalViewPr>
  <p:slideViewPr>
    <p:cSldViewPr>
      <p:cViewPr>
        <p:scale>
          <a:sx n="25" d="100"/>
          <a:sy n="25" d="100"/>
        </p:scale>
        <p:origin x="1536" y="-2938"/>
      </p:cViewPr>
      <p:guideLst>
        <p:guide orient="horz" pos="2099"/>
        <p:guide pos="9547"/>
      </p:guideLst>
    </p:cSldViewPr>
  </p:slideViewPr>
  <p:outlineViewPr>
    <p:cViewPr>
      <p:scale>
        <a:sx n="33" d="100"/>
        <a:sy n="33" d="100"/>
      </p:scale>
      <p:origin x="54" y="730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00" d="100"/>
          <a:sy n="100" d="100"/>
        </p:scale>
        <p:origin x="-3540" y="-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CAD782-B485-49B5-A3BD-4E6E393EC598}" type="datetimeFigureOut">
              <a:rPr lang="de-DE" smtClean="0"/>
              <a:pPr/>
              <a:t>05.06.2023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03FE17-E0DE-4727-8D0D-916DAE0CA91D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343385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79F83A-785F-4360-A784-5014DB85EF80}" type="datetimeFigureOut">
              <a:rPr lang="de-DE" smtClean="0"/>
              <a:pPr/>
              <a:t>05.06.2023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2216150" y="685800"/>
            <a:ext cx="24257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00A50D-30E1-41BB-BFC2-D3D818AB8EF9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029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176431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1pPr>
    <a:lvl2pPr marL="2088215" algn="l" defTabSz="4176431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2pPr>
    <a:lvl3pPr marL="4176431" algn="l" defTabSz="4176431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3pPr>
    <a:lvl4pPr marL="6264646" algn="l" defTabSz="4176431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4pPr>
    <a:lvl5pPr marL="8352861" algn="l" defTabSz="4176431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5pPr>
    <a:lvl6pPr marL="10441076" algn="l" defTabSz="4176431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6pPr>
    <a:lvl7pPr marL="12529292" algn="l" defTabSz="4176431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7pPr>
    <a:lvl8pPr marL="14617507" algn="l" defTabSz="4176431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8pPr>
    <a:lvl9pPr marL="16705722" algn="l" defTabSz="4176431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74F513A-BFF6-4EFC-A7CC-D2427682B21D}"/>
              </a:ext>
            </a:extLst>
          </p:cNvPr>
          <p:cNvSpPr/>
          <p:nvPr userDrawn="1"/>
        </p:nvSpPr>
        <p:spPr>
          <a:xfrm>
            <a:off x="1630482" y="11309350"/>
            <a:ext cx="8539043" cy="15423504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DDD99A13-DE1F-47DF-8059-993FE5E14983}"/>
              </a:ext>
            </a:extLst>
          </p:cNvPr>
          <p:cNvSpPr/>
          <p:nvPr userDrawn="1"/>
        </p:nvSpPr>
        <p:spPr>
          <a:xfrm>
            <a:off x="10903095" y="11309349"/>
            <a:ext cx="8539043" cy="26728759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5F0047BF-762E-4BB1-B361-F9D46755882E}"/>
              </a:ext>
            </a:extLst>
          </p:cNvPr>
          <p:cNvSpPr/>
          <p:nvPr userDrawn="1"/>
        </p:nvSpPr>
        <p:spPr>
          <a:xfrm>
            <a:off x="1623988" y="27385853"/>
            <a:ext cx="8539043" cy="10652255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AD9447DE-8622-49F9-8BB1-E3327607ED28}"/>
              </a:ext>
            </a:extLst>
          </p:cNvPr>
          <p:cNvSpPr/>
          <p:nvPr userDrawn="1"/>
        </p:nvSpPr>
        <p:spPr>
          <a:xfrm>
            <a:off x="20096282" y="11309350"/>
            <a:ext cx="8539043" cy="9445625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DCA63645-2B1A-4147-AB62-AC8A146358AE}"/>
              </a:ext>
            </a:extLst>
          </p:cNvPr>
          <p:cNvSpPr/>
          <p:nvPr userDrawn="1"/>
        </p:nvSpPr>
        <p:spPr>
          <a:xfrm>
            <a:off x="20118506" y="21336000"/>
            <a:ext cx="8539043" cy="7929711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55" name="Rechteck 54">
            <a:extLst>
              <a:ext uri="{FF2B5EF4-FFF2-40B4-BE49-F238E27FC236}">
                <a16:creationId xmlns:a16="http://schemas.microsoft.com/office/drawing/2014/main" id="{4CD47678-0EDF-471C-8E09-538CA8E8B9AC}"/>
              </a:ext>
            </a:extLst>
          </p:cNvPr>
          <p:cNvSpPr/>
          <p:nvPr userDrawn="1"/>
        </p:nvSpPr>
        <p:spPr>
          <a:xfrm>
            <a:off x="20096282" y="29864102"/>
            <a:ext cx="8539043" cy="8174006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56" name="Textplatzhalter 15">
            <a:extLst>
              <a:ext uri="{FF2B5EF4-FFF2-40B4-BE49-F238E27FC236}">
                <a16:creationId xmlns:a16="http://schemas.microsoft.com/office/drawing/2014/main" id="{7E24A74D-83A4-44C1-8E2C-F38884A91C8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20132675" y="29892599"/>
            <a:ext cx="8465344" cy="1042988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0">
            <a:noAutofit/>
          </a:bodyPr>
          <a:lstStyle>
            <a:lvl1pPr>
              <a:defRPr sz="4404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53" name="Textplatzhalter 15">
            <a:extLst>
              <a:ext uri="{FF2B5EF4-FFF2-40B4-BE49-F238E27FC236}">
                <a16:creationId xmlns:a16="http://schemas.microsoft.com/office/drawing/2014/main" id="{BD6E2D83-891B-4524-BC12-357D2423B1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0154899" y="21364497"/>
            <a:ext cx="8465344" cy="1042988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0"/>
          <a:lstStyle>
            <a:lvl1pPr>
              <a:defRPr sz="4404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20" name="Bildplatzhalter 12"/>
          <p:cNvSpPr>
            <a:spLocks noGrp="1"/>
          </p:cNvSpPr>
          <p:nvPr>
            <p:ph type="pic" sz="quarter" idx="18"/>
          </p:nvPr>
        </p:nvSpPr>
        <p:spPr>
          <a:xfrm>
            <a:off x="11306832" y="12999720"/>
            <a:ext cx="7772677" cy="15605342"/>
          </a:xfrm>
          <a:prstGeom prst="rect">
            <a:avLst/>
          </a:prstGeom>
        </p:spPr>
        <p:txBody>
          <a:bodyPr bIns="46800" anchor="t" anchorCtr="0"/>
          <a:lstStyle/>
          <a:p>
            <a:r>
              <a:rPr lang="en-GB"/>
              <a:t>Click icon to add picture</a:t>
            </a:r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02AFC87E-7431-44FD-9168-BDC05B6B046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57735" y="4626400"/>
            <a:ext cx="26966234" cy="3024335"/>
          </a:xfrm>
          <a:prstGeom prst="rect">
            <a:avLst/>
          </a:prstGeom>
        </p:spPr>
        <p:txBody>
          <a:bodyPr lIns="36000"/>
          <a:lstStyle>
            <a:lvl1pPr>
              <a:defRPr sz="9409"/>
            </a:lvl1pPr>
          </a:lstStyle>
          <a:p>
            <a:pPr lvl="0"/>
            <a:r>
              <a:rPr lang="de-DE" dirty="0"/>
              <a:t>Überschrift 1 läuft über gesamte Papierbreite und ist gerne auch mehrzeilig</a:t>
            </a:r>
            <a:endParaRPr lang="en-US" dirty="0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35D55E40-9F4B-425A-950A-0B709EDEFA0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657735" y="8227418"/>
            <a:ext cx="26966234" cy="1079500"/>
          </a:xfrm>
          <a:prstGeom prst="rect">
            <a:avLst/>
          </a:prstGeom>
        </p:spPr>
        <p:txBody>
          <a:bodyPr lIns="0"/>
          <a:lstStyle>
            <a:lvl1pPr>
              <a:defRPr sz="6707"/>
            </a:lvl1pPr>
            <a:lvl5pPr marL="8361214" indent="0">
              <a:buNone/>
              <a:defRPr/>
            </a:lvl5pPr>
          </a:lstStyle>
          <a:p>
            <a:pPr lvl="0"/>
            <a:r>
              <a:rPr lang="de-DE" dirty="0"/>
              <a:t>Überschrift 2 enthält z.B. den Autor</a:t>
            </a:r>
            <a:endParaRPr lang="en-US" dirty="0"/>
          </a:p>
        </p:txBody>
      </p:sp>
      <p:sp>
        <p:nvSpPr>
          <p:cNvPr id="22" name="Textplatzhalter 13">
            <a:extLst>
              <a:ext uri="{FF2B5EF4-FFF2-40B4-BE49-F238E27FC236}">
                <a16:creationId xmlns:a16="http://schemas.microsoft.com/office/drawing/2014/main" id="{9804F76F-BD43-4A28-ACD0-81A4B2A6861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676246" y="9767818"/>
            <a:ext cx="26981303" cy="691229"/>
          </a:xfrm>
          <a:prstGeom prst="rect">
            <a:avLst/>
          </a:prstGeom>
        </p:spPr>
        <p:txBody>
          <a:bodyPr lIns="0" tIns="0" rIns="0"/>
          <a:lstStyle>
            <a:lvl1pPr>
              <a:defRPr sz="4404"/>
            </a:lvl1pPr>
            <a:lvl5pPr marL="8361214" indent="0">
              <a:buNone/>
              <a:defRPr/>
            </a:lvl5pPr>
          </a:lstStyle>
          <a:p>
            <a:pPr lvl="0"/>
            <a:r>
              <a:rPr lang="de-DE" dirty="0"/>
              <a:t>Überschrift 3 über gesamte Papierbreite oder gemäß Spaltenbreite</a:t>
            </a:r>
            <a:endParaRPr lang="en-US" dirty="0"/>
          </a:p>
        </p:txBody>
      </p:sp>
      <p:sp>
        <p:nvSpPr>
          <p:cNvPr id="24" name="Textplatzhalter 15">
            <a:extLst>
              <a:ext uri="{FF2B5EF4-FFF2-40B4-BE49-F238E27FC236}">
                <a16:creationId xmlns:a16="http://schemas.microsoft.com/office/drawing/2014/main" id="{A2B2A0E0-7079-491E-BA67-2AE00A778FA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666875" y="11344275"/>
            <a:ext cx="8465344" cy="1042988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0">
            <a:noAutofit/>
          </a:bodyPr>
          <a:lstStyle>
            <a:lvl1pPr>
              <a:defRPr sz="4404" b="1" kern="0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36" name="Textplatzhalter 35">
            <a:extLst>
              <a:ext uri="{FF2B5EF4-FFF2-40B4-BE49-F238E27FC236}">
                <a16:creationId xmlns:a16="http://schemas.microsoft.com/office/drawing/2014/main" id="{4574CB62-D4CD-495C-A2C6-BF9E4D3FBE1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306907" y="28628340"/>
            <a:ext cx="7772602" cy="280035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1401"/>
            </a:lvl1pPr>
            <a:lvl2pPr>
              <a:defRPr sz="1401"/>
            </a:lvl2pPr>
            <a:lvl3pPr>
              <a:defRPr sz="1401"/>
            </a:lvl3pPr>
            <a:lvl4pPr>
              <a:defRPr sz="1401"/>
            </a:lvl4pPr>
            <a:lvl5pPr>
              <a:defRPr sz="1401"/>
            </a:lvl5pPr>
          </a:lstStyle>
          <a:p>
            <a:pPr lvl="0"/>
            <a:r>
              <a:rPr lang="de-DE" dirty="0"/>
              <a:t>Bildunterschrift, Autor </a:t>
            </a:r>
            <a:r>
              <a:rPr lang="de-DE" dirty="0" err="1"/>
              <a:t>etc</a:t>
            </a:r>
            <a:endParaRPr lang="en-US" dirty="0"/>
          </a:p>
        </p:txBody>
      </p:sp>
      <p:sp>
        <p:nvSpPr>
          <p:cNvPr id="50" name="Textplatzhalter 49">
            <a:extLst>
              <a:ext uri="{FF2B5EF4-FFF2-40B4-BE49-F238E27FC236}">
                <a16:creationId xmlns:a16="http://schemas.microsoft.com/office/drawing/2014/main" id="{E4E63A18-BA91-4B51-B292-12EC384357F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021419" y="37189566"/>
            <a:ext cx="7817522" cy="3175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1401"/>
            </a:lvl1pPr>
            <a:lvl2pPr>
              <a:defRPr sz="1401"/>
            </a:lvl2pPr>
            <a:lvl3pPr>
              <a:defRPr sz="1401"/>
            </a:lvl3pPr>
            <a:lvl4pPr>
              <a:defRPr sz="1401"/>
            </a:lvl4pPr>
            <a:lvl5pPr>
              <a:defRPr sz="1401"/>
            </a:lvl5pPr>
          </a:lstStyle>
          <a:p>
            <a:pPr lvl="0"/>
            <a:r>
              <a:rPr lang="de-DE" dirty="0"/>
              <a:t>Bildunterschrift, Autor, etc.</a:t>
            </a:r>
            <a:endParaRPr lang="en-US" dirty="0"/>
          </a:p>
        </p:txBody>
      </p:sp>
      <p:sp>
        <p:nvSpPr>
          <p:cNvPr id="52" name="Bildplatzhalter 51">
            <a:extLst>
              <a:ext uri="{FF2B5EF4-FFF2-40B4-BE49-F238E27FC236}">
                <a16:creationId xmlns:a16="http://schemas.microsoft.com/office/drawing/2014/main" id="{082CFC5F-B249-46A2-BC0B-ACDBA3E17D52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2021419" y="32108776"/>
            <a:ext cx="7805976" cy="5051425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7B757A85-1537-4D7D-8F21-ABE657BCC716}"/>
              </a:ext>
            </a:extLst>
          </p:cNvPr>
          <p:cNvCxnSpPr>
            <a:cxnSpLocks/>
          </p:cNvCxnSpPr>
          <p:nvPr userDrawn="1"/>
        </p:nvCxnSpPr>
        <p:spPr>
          <a:xfrm>
            <a:off x="1676247" y="38542166"/>
            <a:ext cx="26947722" cy="0"/>
          </a:xfrm>
          <a:prstGeom prst="line">
            <a:avLst/>
          </a:prstGeom>
          <a:ln w="60960" cap="rnd" cmpd="sng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platzhalter 62">
            <a:extLst>
              <a:ext uri="{FF2B5EF4-FFF2-40B4-BE49-F238E27FC236}">
                <a16:creationId xmlns:a16="http://schemas.microsoft.com/office/drawing/2014/main" id="{311E130A-9E77-4FC1-9807-0B1C025B0B7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5511835" y="39040594"/>
            <a:ext cx="13112135" cy="2108149"/>
          </a:xfrm>
          <a:prstGeom prst="rect">
            <a:avLst/>
          </a:prstGeom>
          <a:ln w="60960">
            <a:solidFill>
              <a:schemeClr val="bg1">
                <a:lumMod val="65000"/>
              </a:schemeClr>
            </a:solidFill>
          </a:ln>
        </p:spPr>
        <p:txBody>
          <a:bodyPr lIns="396000" tIns="432000" rIns="396000" bIns="432000"/>
          <a:lstStyle>
            <a:lvl1pPr>
              <a:defRPr sz="1201"/>
            </a:lvl1pPr>
            <a:lvl2pPr>
              <a:defRPr sz="1201"/>
            </a:lvl2pPr>
            <a:lvl3pPr>
              <a:defRPr sz="1201"/>
            </a:lvl3pPr>
            <a:lvl4pPr>
              <a:defRPr sz="1201"/>
            </a:lvl4pPr>
            <a:lvl5pPr>
              <a:defRPr sz="1201"/>
            </a:lvl5pPr>
          </a:lstStyle>
          <a:p>
            <a:pPr lvl="0"/>
            <a:r>
              <a:rPr lang="de-DE" dirty="0"/>
              <a:t>Zusatzinformationen (Quellen, Partner)</a:t>
            </a:r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706C9FA-149F-4DAE-AF20-EF8E17C1211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666875" y="12387263"/>
            <a:ext cx="8465344" cy="14308138"/>
          </a:xfrm>
          <a:solidFill>
            <a:schemeClr val="bg1"/>
          </a:solidFill>
        </p:spPr>
        <p:txBody>
          <a:bodyPr lIns="396000" tIns="396000" rIns="396000" bIns="540000"/>
          <a:lstStyle>
            <a:lvl1pPr>
              <a:defRPr sz="2503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28" name="Textplatzhalter 2">
            <a:extLst>
              <a:ext uri="{FF2B5EF4-FFF2-40B4-BE49-F238E27FC236}">
                <a16:creationId xmlns:a16="http://schemas.microsoft.com/office/drawing/2014/main" id="{9370CD26-6711-4F79-98CC-7C1A4D01E5D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937081" y="29133800"/>
            <a:ext cx="8465344" cy="8868569"/>
          </a:xfrm>
        </p:spPr>
        <p:txBody>
          <a:bodyPr lIns="396000" tIns="396000" rIns="396000" bIns="540000"/>
          <a:lstStyle>
            <a:lvl1pPr>
              <a:defRPr sz="2503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29" name="Textplatzhalter 2">
            <a:extLst>
              <a:ext uri="{FF2B5EF4-FFF2-40B4-BE49-F238E27FC236}">
                <a16:creationId xmlns:a16="http://schemas.microsoft.com/office/drawing/2014/main" id="{B58B67C4-7003-45C2-8808-A0663CE5168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20146192" y="22412374"/>
            <a:ext cx="8477777" cy="6817469"/>
          </a:xfrm>
        </p:spPr>
        <p:txBody>
          <a:bodyPr lIns="396000" tIns="396000" rIns="396000" bIns="540000"/>
          <a:lstStyle>
            <a:lvl1pPr>
              <a:defRPr sz="2503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30" name="Textplatzhalter 2">
            <a:extLst>
              <a:ext uri="{FF2B5EF4-FFF2-40B4-BE49-F238E27FC236}">
                <a16:creationId xmlns:a16="http://schemas.microsoft.com/office/drawing/2014/main" id="{FE3A7EEB-9354-490A-95BE-BFC8267441F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0146191" y="12404452"/>
            <a:ext cx="8438334" cy="8310042"/>
          </a:xfrm>
        </p:spPr>
        <p:txBody>
          <a:bodyPr lIns="396000" tIns="396000" rIns="396000" bIns="540000"/>
          <a:lstStyle>
            <a:lvl1pPr>
              <a:defRPr sz="2503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31" name="Textplatzhalter 2">
            <a:extLst>
              <a:ext uri="{FF2B5EF4-FFF2-40B4-BE49-F238E27FC236}">
                <a16:creationId xmlns:a16="http://schemas.microsoft.com/office/drawing/2014/main" id="{2CE8C4F2-27C1-4658-9623-DD7687670D7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0138231" y="30932438"/>
            <a:ext cx="8453438" cy="7074694"/>
          </a:xfrm>
        </p:spPr>
        <p:txBody>
          <a:bodyPr lIns="396000" tIns="396000" rIns="396000" bIns="540000"/>
          <a:lstStyle>
            <a:lvl1pPr>
              <a:defRPr sz="2503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37" name="Textplatzhalter 15">
            <a:extLst>
              <a:ext uri="{FF2B5EF4-FFF2-40B4-BE49-F238E27FC236}">
                <a16:creationId xmlns:a16="http://schemas.microsoft.com/office/drawing/2014/main" id="{3BA6E808-80EA-4335-8446-E8856FB78EA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660381" y="27420778"/>
            <a:ext cx="8465344" cy="1042988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0">
            <a:noAutofit/>
          </a:bodyPr>
          <a:lstStyle>
            <a:lvl1pPr>
              <a:defRPr sz="4404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39" name="Textplatzhalter 2">
            <a:extLst>
              <a:ext uri="{FF2B5EF4-FFF2-40B4-BE49-F238E27FC236}">
                <a16:creationId xmlns:a16="http://schemas.microsoft.com/office/drawing/2014/main" id="{D2D870DD-C02B-41C5-9BDB-226A0B8E33F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660381" y="28463767"/>
            <a:ext cx="8465344" cy="3615644"/>
          </a:xfrm>
          <a:solidFill>
            <a:schemeClr val="bg1"/>
          </a:solidFill>
        </p:spPr>
        <p:txBody>
          <a:bodyPr lIns="396000" tIns="396000" rIns="396000" bIns="540000"/>
          <a:lstStyle>
            <a:lvl1pPr>
              <a:defRPr sz="2503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43" name="Textplatzhalter 15">
            <a:extLst>
              <a:ext uri="{FF2B5EF4-FFF2-40B4-BE49-F238E27FC236}">
                <a16:creationId xmlns:a16="http://schemas.microsoft.com/office/drawing/2014/main" id="{3BC5CCE8-DC54-48F2-B9A7-A06484DBD520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0939488" y="11344275"/>
            <a:ext cx="8465344" cy="1042988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0">
            <a:noAutofit/>
          </a:bodyPr>
          <a:lstStyle>
            <a:lvl1pPr>
              <a:defRPr sz="4404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49" name="Textplatzhalter 15">
            <a:extLst>
              <a:ext uri="{FF2B5EF4-FFF2-40B4-BE49-F238E27FC236}">
                <a16:creationId xmlns:a16="http://schemas.microsoft.com/office/drawing/2014/main" id="{33F9BD31-F856-4F0F-BFB8-6EE0C1C15395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0132675" y="11344275"/>
            <a:ext cx="8465344" cy="1042988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0">
            <a:noAutofit/>
          </a:bodyPr>
          <a:lstStyle>
            <a:lvl1pPr>
              <a:defRPr sz="4404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82941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143" userDrawn="1">
          <p15:clr>
            <a:srgbClr val="5ACBF0"/>
          </p15:clr>
        </p15:guide>
        <p15:guide id="2" pos="6387" userDrawn="1">
          <p15:clr>
            <a:srgbClr val="5ACBF0"/>
          </p15:clr>
        </p15:guide>
        <p15:guide id="3" pos="6888" userDrawn="1">
          <p15:clr>
            <a:srgbClr val="5ACBF0"/>
          </p15:clr>
        </p15:guide>
        <p15:guide id="5" pos="12682" userDrawn="1">
          <p15:clr>
            <a:srgbClr val="5ACBF0"/>
          </p15:clr>
        </p15:guide>
        <p15:guide id="6" orient="horz" pos="23942" userDrawn="1">
          <p15:clr>
            <a:srgbClr val="5ACBF0"/>
          </p15:clr>
        </p15:guide>
        <p15:guide id="7" orient="horz" pos="24279" userDrawn="1">
          <p15:clr>
            <a:srgbClr val="9FCC3B"/>
          </p15:clr>
        </p15:guide>
        <p15:guide id="8" orient="horz" pos="6533" userDrawn="1">
          <p15:clr>
            <a:srgbClr val="5ACBF0"/>
          </p15:clr>
        </p15:guide>
        <p15:guide id="12" pos="12223" userDrawn="1">
          <p15:clr>
            <a:srgbClr val="5ACBF0"/>
          </p15:clr>
        </p15:guide>
        <p15:guide id="13" orient="horz" pos="2457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Spalten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74F513A-BFF6-4EFC-A7CC-D2427682B21D}"/>
              </a:ext>
            </a:extLst>
          </p:cNvPr>
          <p:cNvSpPr/>
          <p:nvPr userDrawn="1"/>
        </p:nvSpPr>
        <p:spPr>
          <a:xfrm>
            <a:off x="1630482" y="11309350"/>
            <a:ext cx="8539043" cy="15423504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DDD99A13-DE1F-47DF-8059-993FE5E14983}"/>
              </a:ext>
            </a:extLst>
          </p:cNvPr>
          <p:cNvSpPr/>
          <p:nvPr userDrawn="1"/>
        </p:nvSpPr>
        <p:spPr>
          <a:xfrm>
            <a:off x="10903095" y="11309349"/>
            <a:ext cx="8539043" cy="26728759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5F0047BF-762E-4BB1-B361-F9D46755882E}"/>
              </a:ext>
            </a:extLst>
          </p:cNvPr>
          <p:cNvSpPr/>
          <p:nvPr userDrawn="1"/>
        </p:nvSpPr>
        <p:spPr>
          <a:xfrm>
            <a:off x="1623988" y="27385853"/>
            <a:ext cx="8539043" cy="10652255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AD9447DE-8622-49F9-8BB1-E3327607ED28}"/>
              </a:ext>
            </a:extLst>
          </p:cNvPr>
          <p:cNvSpPr/>
          <p:nvPr userDrawn="1"/>
        </p:nvSpPr>
        <p:spPr>
          <a:xfrm>
            <a:off x="20096282" y="11309350"/>
            <a:ext cx="8539043" cy="9445625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DCA63645-2B1A-4147-AB62-AC8A146358AE}"/>
              </a:ext>
            </a:extLst>
          </p:cNvPr>
          <p:cNvSpPr/>
          <p:nvPr userDrawn="1"/>
        </p:nvSpPr>
        <p:spPr>
          <a:xfrm>
            <a:off x="20118506" y="21336000"/>
            <a:ext cx="8539043" cy="7929711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55" name="Rechteck 54">
            <a:extLst>
              <a:ext uri="{FF2B5EF4-FFF2-40B4-BE49-F238E27FC236}">
                <a16:creationId xmlns:a16="http://schemas.microsoft.com/office/drawing/2014/main" id="{4CD47678-0EDF-471C-8E09-538CA8E8B9AC}"/>
              </a:ext>
            </a:extLst>
          </p:cNvPr>
          <p:cNvSpPr/>
          <p:nvPr userDrawn="1"/>
        </p:nvSpPr>
        <p:spPr>
          <a:xfrm>
            <a:off x="20096282" y="29864102"/>
            <a:ext cx="8539043" cy="8174006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56" name="Textplatzhalter 15">
            <a:extLst>
              <a:ext uri="{FF2B5EF4-FFF2-40B4-BE49-F238E27FC236}">
                <a16:creationId xmlns:a16="http://schemas.microsoft.com/office/drawing/2014/main" id="{7E24A74D-83A4-44C1-8E2C-F38884A91C8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20132675" y="29892599"/>
            <a:ext cx="8465344" cy="1042988"/>
          </a:xfrm>
          <a:prstGeom prst="rect">
            <a:avLst/>
          </a:prstGeom>
          <a:solidFill>
            <a:schemeClr val="bg2"/>
          </a:solidFill>
          <a:ln w="60960">
            <a:noFill/>
          </a:ln>
        </p:spPr>
        <p:txBody>
          <a:bodyPr lIns="396000" tIns="0" rIns="396000" bIns="0" anchor="ctr" anchorCtr="0">
            <a:noAutofit/>
          </a:bodyPr>
          <a:lstStyle>
            <a:lvl1pPr>
              <a:defRPr sz="4404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53" name="Textplatzhalter 15">
            <a:extLst>
              <a:ext uri="{FF2B5EF4-FFF2-40B4-BE49-F238E27FC236}">
                <a16:creationId xmlns:a16="http://schemas.microsoft.com/office/drawing/2014/main" id="{BD6E2D83-891B-4524-BC12-357D2423B1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0154899" y="21364497"/>
            <a:ext cx="8465344" cy="1042988"/>
          </a:xfrm>
          <a:prstGeom prst="rect">
            <a:avLst/>
          </a:prstGeom>
          <a:solidFill>
            <a:schemeClr val="bg2"/>
          </a:solidFill>
          <a:ln w="60960">
            <a:noFill/>
          </a:ln>
        </p:spPr>
        <p:txBody>
          <a:bodyPr lIns="396000" tIns="0" rIns="396000" bIns="0" anchor="ctr" anchorCtr="0">
            <a:noAutofit/>
          </a:bodyPr>
          <a:lstStyle>
            <a:lvl1pPr>
              <a:defRPr sz="4404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20" name="Bildplatzhalter 12"/>
          <p:cNvSpPr>
            <a:spLocks noGrp="1"/>
          </p:cNvSpPr>
          <p:nvPr>
            <p:ph type="pic" sz="quarter" idx="18"/>
          </p:nvPr>
        </p:nvSpPr>
        <p:spPr>
          <a:xfrm>
            <a:off x="11306832" y="12999720"/>
            <a:ext cx="7772677" cy="15605342"/>
          </a:xfrm>
          <a:prstGeom prst="rect">
            <a:avLst/>
          </a:prstGeom>
        </p:spPr>
        <p:txBody>
          <a:bodyPr bIns="46800" anchor="t" anchorCtr="0"/>
          <a:lstStyle/>
          <a:p>
            <a:r>
              <a:rPr lang="en-GB"/>
              <a:t>Click icon to add picture</a:t>
            </a:r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02AFC87E-7431-44FD-9168-BDC05B6B046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57735" y="4626400"/>
            <a:ext cx="26966234" cy="3024335"/>
          </a:xfrm>
          <a:prstGeom prst="rect">
            <a:avLst/>
          </a:prstGeom>
        </p:spPr>
        <p:txBody>
          <a:bodyPr lIns="36000"/>
          <a:lstStyle>
            <a:lvl1pPr>
              <a:defRPr sz="9409"/>
            </a:lvl1pPr>
          </a:lstStyle>
          <a:p>
            <a:pPr lvl="0"/>
            <a:r>
              <a:rPr lang="de-DE" dirty="0"/>
              <a:t>Überschrift 1 läuft über gesamte Papierbreite und ist gerne auch mehrzeilig</a:t>
            </a:r>
            <a:endParaRPr lang="en-US" dirty="0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35D55E40-9F4B-425A-950A-0B709EDEFA0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657735" y="8227418"/>
            <a:ext cx="26966234" cy="1079500"/>
          </a:xfrm>
          <a:prstGeom prst="rect">
            <a:avLst/>
          </a:prstGeom>
        </p:spPr>
        <p:txBody>
          <a:bodyPr lIns="0"/>
          <a:lstStyle>
            <a:lvl1pPr>
              <a:defRPr sz="6707"/>
            </a:lvl1pPr>
            <a:lvl5pPr marL="8361214" indent="0">
              <a:buNone/>
              <a:defRPr/>
            </a:lvl5pPr>
          </a:lstStyle>
          <a:p>
            <a:pPr lvl="0"/>
            <a:r>
              <a:rPr lang="de-DE" dirty="0"/>
              <a:t>Überschrift 2 enthält z.B. den Autor</a:t>
            </a:r>
            <a:endParaRPr lang="en-US" dirty="0"/>
          </a:p>
        </p:txBody>
      </p:sp>
      <p:sp>
        <p:nvSpPr>
          <p:cNvPr id="22" name="Textplatzhalter 13">
            <a:extLst>
              <a:ext uri="{FF2B5EF4-FFF2-40B4-BE49-F238E27FC236}">
                <a16:creationId xmlns:a16="http://schemas.microsoft.com/office/drawing/2014/main" id="{9804F76F-BD43-4A28-ACD0-81A4B2A6861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676246" y="9767818"/>
            <a:ext cx="26981303" cy="691229"/>
          </a:xfrm>
          <a:prstGeom prst="rect">
            <a:avLst/>
          </a:prstGeom>
        </p:spPr>
        <p:txBody>
          <a:bodyPr lIns="0" tIns="0" rIns="0"/>
          <a:lstStyle>
            <a:lvl1pPr>
              <a:defRPr sz="4404"/>
            </a:lvl1pPr>
            <a:lvl5pPr marL="8361214" indent="0">
              <a:buNone/>
              <a:defRPr/>
            </a:lvl5pPr>
          </a:lstStyle>
          <a:p>
            <a:pPr lvl="0"/>
            <a:r>
              <a:rPr lang="de-DE" dirty="0"/>
              <a:t>Überschrift 3 über gesamte Papierbreite oder gemäß Spaltenbreite</a:t>
            </a:r>
            <a:endParaRPr lang="en-US" dirty="0"/>
          </a:p>
        </p:txBody>
      </p:sp>
      <p:sp>
        <p:nvSpPr>
          <p:cNvPr id="24" name="Textplatzhalter 15">
            <a:extLst>
              <a:ext uri="{FF2B5EF4-FFF2-40B4-BE49-F238E27FC236}">
                <a16:creationId xmlns:a16="http://schemas.microsoft.com/office/drawing/2014/main" id="{A2B2A0E0-7079-491E-BA67-2AE00A778FA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666875" y="11344275"/>
            <a:ext cx="8465344" cy="1042988"/>
          </a:xfrm>
          <a:prstGeom prst="rect">
            <a:avLst/>
          </a:prstGeom>
          <a:solidFill>
            <a:schemeClr val="bg2"/>
          </a:solidFill>
          <a:ln w="60960">
            <a:noFill/>
          </a:ln>
        </p:spPr>
        <p:txBody>
          <a:bodyPr lIns="396000" tIns="0" rIns="396000" bIns="0" anchor="ctr" anchorCtr="0">
            <a:noAutofit/>
          </a:bodyPr>
          <a:lstStyle>
            <a:lvl1pPr>
              <a:defRPr sz="4404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36" name="Textplatzhalter 35">
            <a:extLst>
              <a:ext uri="{FF2B5EF4-FFF2-40B4-BE49-F238E27FC236}">
                <a16:creationId xmlns:a16="http://schemas.microsoft.com/office/drawing/2014/main" id="{4574CB62-D4CD-495C-A2C6-BF9E4D3FBE1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306907" y="28628340"/>
            <a:ext cx="7772602" cy="280035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1401"/>
            </a:lvl1pPr>
            <a:lvl2pPr>
              <a:defRPr sz="1401"/>
            </a:lvl2pPr>
            <a:lvl3pPr>
              <a:defRPr sz="1401"/>
            </a:lvl3pPr>
            <a:lvl4pPr>
              <a:defRPr sz="1401"/>
            </a:lvl4pPr>
            <a:lvl5pPr>
              <a:defRPr sz="1401"/>
            </a:lvl5pPr>
          </a:lstStyle>
          <a:p>
            <a:pPr lvl="0"/>
            <a:r>
              <a:rPr lang="de-DE" dirty="0"/>
              <a:t>Bildunterschrift, Autor </a:t>
            </a:r>
            <a:r>
              <a:rPr lang="de-DE" dirty="0" err="1"/>
              <a:t>etc</a:t>
            </a:r>
            <a:endParaRPr lang="en-US" dirty="0"/>
          </a:p>
        </p:txBody>
      </p:sp>
      <p:sp>
        <p:nvSpPr>
          <p:cNvPr id="50" name="Textplatzhalter 49">
            <a:extLst>
              <a:ext uri="{FF2B5EF4-FFF2-40B4-BE49-F238E27FC236}">
                <a16:creationId xmlns:a16="http://schemas.microsoft.com/office/drawing/2014/main" id="{E4E63A18-BA91-4B51-B292-12EC384357F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021419" y="37189566"/>
            <a:ext cx="7817522" cy="3175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1401"/>
            </a:lvl1pPr>
            <a:lvl2pPr>
              <a:defRPr sz="1401"/>
            </a:lvl2pPr>
            <a:lvl3pPr>
              <a:defRPr sz="1401"/>
            </a:lvl3pPr>
            <a:lvl4pPr>
              <a:defRPr sz="1401"/>
            </a:lvl4pPr>
            <a:lvl5pPr>
              <a:defRPr sz="1401"/>
            </a:lvl5pPr>
          </a:lstStyle>
          <a:p>
            <a:pPr lvl="0"/>
            <a:r>
              <a:rPr lang="de-DE" dirty="0"/>
              <a:t>Bildunterschrift, Autor, etc.</a:t>
            </a:r>
            <a:endParaRPr lang="en-US" dirty="0"/>
          </a:p>
        </p:txBody>
      </p:sp>
      <p:sp>
        <p:nvSpPr>
          <p:cNvPr id="52" name="Bildplatzhalter 51">
            <a:extLst>
              <a:ext uri="{FF2B5EF4-FFF2-40B4-BE49-F238E27FC236}">
                <a16:creationId xmlns:a16="http://schemas.microsoft.com/office/drawing/2014/main" id="{082CFC5F-B249-46A2-BC0B-ACDBA3E17D52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2021419" y="32108776"/>
            <a:ext cx="7805976" cy="5051425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7B757A85-1537-4D7D-8F21-ABE657BCC716}"/>
              </a:ext>
            </a:extLst>
          </p:cNvPr>
          <p:cNvCxnSpPr>
            <a:cxnSpLocks/>
          </p:cNvCxnSpPr>
          <p:nvPr userDrawn="1"/>
        </p:nvCxnSpPr>
        <p:spPr>
          <a:xfrm>
            <a:off x="1676247" y="38542166"/>
            <a:ext cx="26947722" cy="0"/>
          </a:xfrm>
          <a:prstGeom prst="line">
            <a:avLst/>
          </a:prstGeom>
          <a:ln w="60960" cap="rnd" cmpd="sng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platzhalter 62">
            <a:extLst>
              <a:ext uri="{FF2B5EF4-FFF2-40B4-BE49-F238E27FC236}">
                <a16:creationId xmlns:a16="http://schemas.microsoft.com/office/drawing/2014/main" id="{311E130A-9E77-4FC1-9807-0B1C025B0B7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5511835" y="39040594"/>
            <a:ext cx="13112135" cy="2108149"/>
          </a:xfrm>
          <a:prstGeom prst="rect">
            <a:avLst/>
          </a:prstGeom>
          <a:ln w="60960">
            <a:solidFill>
              <a:schemeClr val="bg1">
                <a:lumMod val="65000"/>
              </a:schemeClr>
            </a:solidFill>
          </a:ln>
        </p:spPr>
        <p:txBody>
          <a:bodyPr lIns="396000" tIns="432000" rIns="396000" bIns="432000"/>
          <a:lstStyle>
            <a:lvl1pPr>
              <a:defRPr sz="1201"/>
            </a:lvl1pPr>
            <a:lvl2pPr>
              <a:defRPr sz="1201"/>
            </a:lvl2pPr>
            <a:lvl3pPr>
              <a:defRPr sz="1201"/>
            </a:lvl3pPr>
            <a:lvl4pPr>
              <a:defRPr sz="1201"/>
            </a:lvl4pPr>
            <a:lvl5pPr>
              <a:defRPr sz="1201"/>
            </a:lvl5pPr>
          </a:lstStyle>
          <a:p>
            <a:pPr lvl="0"/>
            <a:r>
              <a:rPr lang="de-DE" dirty="0"/>
              <a:t>Zusatzinformationen (Quellen, Partner)</a:t>
            </a:r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706C9FA-149F-4DAE-AF20-EF8E17C1211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666875" y="12387263"/>
            <a:ext cx="8465344" cy="14308138"/>
          </a:xfrm>
          <a:solidFill>
            <a:schemeClr val="bg1"/>
          </a:solidFill>
        </p:spPr>
        <p:txBody>
          <a:bodyPr lIns="396000" tIns="396000" rIns="396000" bIns="540000"/>
          <a:lstStyle>
            <a:lvl1pPr>
              <a:defRPr sz="2503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28" name="Textplatzhalter 2">
            <a:extLst>
              <a:ext uri="{FF2B5EF4-FFF2-40B4-BE49-F238E27FC236}">
                <a16:creationId xmlns:a16="http://schemas.microsoft.com/office/drawing/2014/main" id="{9370CD26-6711-4F79-98CC-7C1A4D01E5D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937081" y="29133800"/>
            <a:ext cx="8465344" cy="8868569"/>
          </a:xfrm>
        </p:spPr>
        <p:txBody>
          <a:bodyPr lIns="396000" tIns="396000" rIns="396000" bIns="540000"/>
          <a:lstStyle>
            <a:lvl1pPr>
              <a:defRPr sz="2503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29" name="Textplatzhalter 2">
            <a:extLst>
              <a:ext uri="{FF2B5EF4-FFF2-40B4-BE49-F238E27FC236}">
                <a16:creationId xmlns:a16="http://schemas.microsoft.com/office/drawing/2014/main" id="{B58B67C4-7003-45C2-8808-A0663CE5168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20146192" y="22412374"/>
            <a:ext cx="8477777" cy="6817469"/>
          </a:xfrm>
        </p:spPr>
        <p:txBody>
          <a:bodyPr lIns="396000" tIns="396000" rIns="396000" bIns="540000"/>
          <a:lstStyle>
            <a:lvl1pPr>
              <a:defRPr sz="2503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30" name="Textplatzhalter 2">
            <a:extLst>
              <a:ext uri="{FF2B5EF4-FFF2-40B4-BE49-F238E27FC236}">
                <a16:creationId xmlns:a16="http://schemas.microsoft.com/office/drawing/2014/main" id="{FE3A7EEB-9354-490A-95BE-BFC8267441F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0146191" y="12404452"/>
            <a:ext cx="8438334" cy="8310042"/>
          </a:xfrm>
        </p:spPr>
        <p:txBody>
          <a:bodyPr lIns="396000" tIns="396000" rIns="396000" bIns="540000"/>
          <a:lstStyle>
            <a:lvl1pPr>
              <a:defRPr sz="2503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31" name="Textplatzhalter 2">
            <a:extLst>
              <a:ext uri="{FF2B5EF4-FFF2-40B4-BE49-F238E27FC236}">
                <a16:creationId xmlns:a16="http://schemas.microsoft.com/office/drawing/2014/main" id="{2CE8C4F2-27C1-4658-9623-DD7687670D7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0138231" y="30932438"/>
            <a:ext cx="8453438" cy="7074694"/>
          </a:xfrm>
        </p:spPr>
        <p:txBody>
          <a:bodyPr lIns="396000" tIns="396000" rIns="396000" bIns="540000"/>
          <a:lstStyle>
            <a:lvl1pPr>
              <a:defRPr sz="2503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37" name="Textplatzhalter 15">
            <a:extLst>
              <a:ext uri="{FF2B5EF4-FFF2-40B4-BE49-F238E27FC236}">
                <a16:creationId xmlns:a16="http://schemas.microsoft.com/office/drawing/2014/main" id="{3BA6E808-80EA-4335-8446-E8856FB78EA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660381" y="27420778"/>
            <a:ext cx="8465344" cy="1042988"/>
          </a:xfrm>
          <a:prstGeom prst="rect">
            <a:avLst/>
          </a:prstGeom>
          <a:solidFill>
            <a:schemeClr val="bg2"/>
          </a:solidFill>
          <a:ln w="60960">
            <a:noFill/>
          </a:ln>
        </p:spPr>
        <p:txBody>
          <a:bodyPr lIns="396000" tIns="0" rIns="396000" bIns="0" anchor="ctr" anchorCtr="0">
            <a:noAutofit/>
          </a:bodyPr>
          <a:lstStyle>
            <a:lvl1pPr>
              <a:defRPr sz="4404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39" name="Textplatzhalter 2">
            <a:extLst>
              <a:ext uri="{FF2B5EF4-FFF2-40B4-BE49-F238E27FC236}">
                <a16:creationId xmlns:a16="http://schemas.microsoft.com/office/drawing/2014/main" id="{D2D870DD-C02B-41C5-9BDB-226A0B8E33F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660381" y="28463767"/>
            <a:ext cx="8465344" cy="3615644"/>
          </a:xfrm>
          <a:solidFill>
            <a:schemeClr val="bg1"/>
          </a:solidFill>
        </p:spPr>
        <p:txBody>
          <a:bodyPr lIns="396000" tIns="396000" rIns="396000" bIns="540000"/>
          <a:lstStyle>
            <a:lvl1pPr>
              <a:defRPr sz="2503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43" name="Textplatzhalter 15">
            <a:extLst>
              <a:ext uri="{FF2B5EF4-FFF2-40B4-BE49-F238E27FC236}">
                <a16:creationId xmlns:a16="http://schemas.microsoft.com/office/drawing/2014/main" id="{3BC5CCE8-DC54-48F2-B9A7-A06484DBD520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0939488" y="11344275"/>
            <a:ext cx="8465344" cy="1042988"/>
          </a:xfrm>
          <a:prstGeom prst="rect">
            <a:avLst/>
          </a:prstGeom>
          <a:solidFill>
            <a:schemeClr val="bg2"/>
          </a:solidFill>
          <a:ln w="60960">
            <a:noFill/>
          </a:ln>
        </p:spPr>
        <p:txBody>
          <a:bodyPr lIns="396000" tIns="0" rIns="396000" bIns="0" anchor="ctr" anchorCtr="0">
            <a:noAutofit/>
          </a:bodyPr>
          <a:lstStyle>
            <a:lvl1pPr>
              <a:defRPr sz="4404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49" name="Textplatzhalter 15">
            <a:extLst>
              <a:ext uri="{FF2B5EF4-FFF2-40B4-BE49-F238E27FC236}">
                <a16:creationId xmlns:a16="http://schemas.microsoft.com/office/drawing/2014/main" id="{33F9BD31-F856-4F0F-BFB8-6EE0C1C15395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0132675" y="11344275"/>
            <a:ext cx="8465344" cy="1042988"/>
          </a:xfrm>
          <a:prstGeom prst="rect">
            <a:avLst/>
          </a:prstGeom>
          <a:solidFill>
            <a:schemeClr val="bg2"/>
          </a:solidFill>
          <a:ln w="60960">
            <a:noFill/>
          </a:ln>
        </p:spPr>
        <p:txBody>
          <a:bodyPr lIns="396000" tIns="0" rIns="396000" bIns="0" anchor="ctr" anchorCtr="0">
            <a:noAutofit/>
          </a:bodyPr>
          <a:lstStyle>
            <a:lvl1pPr>
              <a:defRPr sz="4404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92807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143" userDrawn="1">
          <p15:clr>
            <a:srgbClr val="5ACBF0"/>
          </p15:clr>
        </p15:guide>
        <p15:guide id="2" pos="6387" userDrawn="1">
          <p15:clr>
            <a:srgbClr val="5ACBF0"/>
          </p15:clr>
        </p15:guide>
        <p15:guide id="3" pos="6888" userDrawn="1">
          <p15:clr>
            <a:srgbClr val="5ACBF0"/>
          </p15:clr>
        </p15:guide>
        <p15:guide id="5" pos="12682" userDrawn="1">
          <p15:clr>
            <a:srgbClr val="5ACBF0"/>
          </p15:clr>
        </p15:guide>
        <p15:guide id="6" orient="horz" pos="23942" userDrawn="1">
          <p15:clr>
            <a:srgbClr val="5ACBF0"/>
          </p15:clr>
        </p15:guide>
        <p15:guide id="7" orient="horz" pos="24279" userDrawn="1">
          <p15:clr>
            <a:srgbClr val="9FCC3B"/>
          </p15:clr>
        </p15:guide>
        <p15:guide id="8" orient="horz" pos="6533" userDrawn="1">
          <p15:clr>
            <a:srgbClr val="5ACBF0"/>
          </p15:clr>
        </p15:guide>
        <p15:guide id="12" pos="12223" userDrawn="1">
          <p15:clr>
            <a:srgbClr val="5ACBF0"/>
          </p15:clr>
        </p15:guide>
        <p15:guide id="13" orient="horz" pos="2457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Spalten asymetris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74F513A-BFF6-4EFC-A7CC-D2427682B21D}"/>
              </a:ext>
            </a:extLst>
          </p:cNvPr>
          <p:cNvSpPr/>
          <p:nvPr userDrawn="1"/>
        </p:nvSpPr>
        <p:spPr>
          <a:xfrm>
            <a:off x="1630482" y="11309350"/>
            <a:ext cx="8539043" cy="15423504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DDD99A13-DE1F-47DF-8059-993FE5E14983}"/>
              </a:ext>
            </a:extLst>
          </p:cNvPr>
          <p:cNvSpPr/>
          <p:nvPr userDrawn="1"/>
        </p:nvSpPr>
        <p:spPr>
          <a:xfrm>
            <a:off x="10903095" y="11309349"/>
            <a:ext cx="17720874" cy="26728759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5F0047BF-762E-4BB1-B361-F9D46755882E}"/>
              </a:ext>
            </a:extLst>
          </p:cNvPr>
          <p:cNvSpPr/>
          <p:nvPr userDrawn="1"/>
        </p:nvSpPr>
        <p:spPr>
          <a:xfrm>
            <a:off x="1623988" y="27385853"/>
            <a:ext cx="8539043" cy="10652255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0" name="Bildplatzhalter 12"/>
          <p:cNvSpPr>
            <a:spLocks noGrp="1"/>
          </p:cNvSpPr>
          <p:nvPr>
            <p:ph type="pic" sz="quarter" idx="18"/>
          </p:nvPr>
        </p:nvSpPr>
        <p:spPr>
          <a:xfrm>
            <a:off x="11306832" y="12999720"/>
            <a:ext cx="16954486" cy="9928860"/>
          </a:xfrm>
          <a:prstGeom prst="rect">
            <a:avLst/>
          </a:prstGeom>
        </p:spPr>
        <p:txBody>
          <a:bodyPr bIns="46800" anchor="t" anchorCtr="0"/>
          <a:lstStyle/>
          <a:p>
            <a:r>
              <a:rPr lang="en-GB"/>
              <a:t>Click icon to add picture</a:t>
            </a:r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02AFC87E-7431-44FD-9168-BDC05B6B046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57735" y="4626400"/>
            <a:ext cx="26966234" cy="3024335"/>
          </a:xfrm>
          <a:prstGeom prst="rect">
            <a:avLst/>
          </a:prstGeom>
        </p:spPr>
        <p:txBody>
          <a:bodyPr lIns="36000"/>
          <a:lstStyle>
            <a:lvl1pPr>
              <a:defRPr sz="9409"/>
            </a:lvl1pPr>
          </a:lstStyle>
          <a:p>
            <a:pPr lvl="0"/>
            <a:r>
              <a:rPr lang="de-DE" dirty="0"/>
              <a:t>Überschrift 1 läuft über gesamte Papierbreite und ist gerne auch mehrzeilig</a:t>
            </a:r>
            <a:endParaRPr lang="en-US" dirty="0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35D55E40-9F4B-425A-950A-0B709EDEFA0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657735" y="8227418"/>
            <a:ext cx="26966234" cy="1079500"/>
          </a:xfrm>
          <a:prstGeom prst="rect">
            <a:avLst/>
          </a:prstGeom>
        </p:spPr>
        <p:txBody>
          <a:bodyPr lIns="0"/>
          <a:lstStyle>
            <a:lvl1pPr>
              <a:defRPr sz="6707"/>
            </a:lvl1pPr>
            <a:lvl5pPr marL="8361214" indent="0">
              <a:buNone/>
              <a:defRPr/>
            </a:lvl5pPr>
          </a:lstStyle>
          <a:p>
            <a:pPr lvl="0"/>
            <a:r>
              <a:rPr lang="de-DE" dirty="0"/>
              <a:t>Überschrift 2 enthält z.B. den Autor</a:t>
            </a:r>
            <a:endParaRPr lang="en-US" dirty="0"/>
          </a:p>
        </p:txBody>
      </p:sp>
      <p:sp>
        <p:nvSpPr>
          <p:cNvPr id="22" name="Textplatzhalter 13">
            <a:extLst>
              <a:ext uri="{FF2B5EF4-FFF2-40B4-BE49-F238E27FC236}">
                <a16:creationId xmlns:a16="http://schemas.microsoft.com/office/drawing/2014/main" id="{9804F76F-BD43-4A28-ACD0-81A4B2A6861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676246" y="9767818"/>
            <a:ext cx="26981303" cy="691229"/>
          </a:xfrm>
          <a:prstGeom prst="rect">
            <a:avLst/>
          </a:prstGeom>
        </p:spPr>
        <p:txBody>
          <a:bodyPr lIns="0" tIns="0" rIns="0"/>
          <a:lstStyle>
            <a:lvl1pPr>
              <a:defRPr sz="4404"/>
            </a:lvl1pPr>
            <a:lvl5pPr marL="8361214" indent="0">
              <a:buNone/>
              <a:defRPr/>
            </a:lvl5pPr>
          </a:lstStyle>
          <a:p>
            <a:pPr lvl="0"/>
            <a:r>
              <a:rPr lang="de-DE" dirty="0"/>
              <a:t>Überschrift 3 über gesamte Papierbreite oder gemäß Spaltenbreite</a:t>
            </a:r>
            <a:endParaRPr lang="en-US" dirty="0"/>
          </a:p>
        </p:txBody>
      </p:sp>
      <p:sp>
        <p:nvSpPr>
          <p:cNvPr id="24" name="Textplatzhalter 15">
            <a:extLst>
              <a:ext uri="{FF2B5EF4-FFF2-40B4-BE49-F238E27FC236}">
                <a16:creationId xmlns:a16="http://schemas.microsoft.com/office/drawing/2014/main" id="{A2B2A0E0-7079-491E-BA67-2AE00A778FA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666875" y="11344275"/>
            <a:ext cx="8465344" cy="1042988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4404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36" name="Textplatzhalter 35">
            <a:extLst>
              <a:ext uri="{FF2B5EF4-FFF2-40B4-BE49-F238E27FC236}">
                <a16:creationId xmlns:a16="http://schemas.microsoft.com/office/drawing/2014/main" id="{4574CB62-D4CD-495C-A2C6-BF9E4D3FBE1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306906" y="22928580"/>
            <a:ext cx="16954412" cy="315253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1401"/>
            </a:lvl1pPr>
            <a:lvl2pPr>
              <a:defRPr sz="1401"/>
            </a:lvl2pPr>
            <a:lvl3pPr>
              <a:defRPr sz="1401"/>
            </a:lvl3pPr>
            <a:lvl4pPr>
              <a:defRPr sz="1401"/>
            </a:lvl4pPr>
            <a:lvl5pPr>
              <a:defRPr sz="1401"/>
            </a:lvl5pPr>
          </a:lstStyle>
          <a:p>
            <a:pPr lvl="0"/>
            <a:r>
              <a:rPr lang="de-DE" dirty="0"/>
              <a:t>Bildunterschrift, Autor </a:t>
            </a:r>
            <a:r>
              <a:rPr lang="de-DE" dirty="0" err="1"/>
              <a:t>etc</a:t>
            </a:r>
            <a:endParaRPr lang="en-US" dirty="0"/>
          </a:p>
        </p:txBody>
      </p:sp>
      <p:sp>
        <p:nvSpPr>
          <p:cNvPr id="50" name="Textplatzhalter 49">
            <a:extLst>
              <a:ext uri="{FF2B5EF4-FFF2-40B4-BE49-F238E27FC236}">
                <a16:creationId xmlns:a16="http://schemas.microsoft.com/office/drawing/2014/main" id="{E4E63A18-BA91-4B51-B292-12EC384357F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021419" y="37189566"/>
            <a:ext cx="7817522" cy="3175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1401"/>
            </a:lvl1pPr>
            <a:lvl2pPr>
              <a:defRPr sz="1401"/>
            </a:lvl2pPr>
            <a:lvl3pPr>
              <a:defRPr sz="1401"/>
            </a:lvl3pPr>
            <a:lvl4pPr>
              <a:defRPr sz="1401"/>
            </a:lvl4pPr>
            <a:lvl5pPr>
              <a:defRPr sz="1401"/>
            </a:lvl5pPr>
          </a:lstStyle>
          <a:p>
            <a:pPr lvl="0"/>
            <a:r>
              <a:rPr lang="de-DE" dirty="0"/>
              <a:t>Bildunterschrift, Autor, etc.</a:t>
            </a:r>
            <a:endParaRPr lang="en-US" dirty="0"/>
          </a:p>
        </p:txBody>
      </p:sp>
      <p:sp>
        <p:nvSpPr>
          <p:cNvPr id="52" name="Bildplatzhalter 51">
            <a:extLst>
              <a:ext uri="{FF2B5EF4-FFF2-40B4-BE49-F238E27FC236}">
                <a16:creationId xmlns:a16="http://schemas.microsoft.com/office/drawing/2014/main" id="{082CFC5F-B249-46A2-BC0B-ACDBA3E17D52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2021419" y="32108776"/>
            <a:ext cx="7805976" cy="5051425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7B757A85-1537-4D7D-8F21-ABE657BCC716}"/>
              </a:ext>
            </a:extLst>
          </p:cNvPr>
          <p:cNvCxnSpPr>
            <a:cxnSpLocks/>
          </p:cNvCxnSpPr>
          <p:nvPr userDrawn="1"/>
        </p:nvCxnSpPr>
        <p:spPr>
          <a:xfrm>
            <a:off x="1676247" y="38542166"/>
            <a:ext cx="26947722" cy="0"/>
          </a:xfrm>
          <a:prstGeom prst="line">
            <a:avLst/>
          </a:prstGeom>
          <a:ln w="60960" cap="rnd" cmpd="sng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platzhalter 62">
            <a:extLst>
              <a:ext uri="{FF2B5EF4-FFF2-40B4-BE49-F238E27FC236}">
                <a16:creationId xmlns:a16="http://schemas.microsoft.com/office/drawing/2014/main" id="{311E130A-9E77-4FC1-9807-0B1C025B0B7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5511835" y="39040594"/>
            <a:ext cx="13112135" cy="2108149"/>
          </a:xfrm>
          <a:prstGeom prst="rect">
            <a:avLst/>
          </a:prstGeom>
          <a:ln w="60960">
            <a:solidFill>
              <a:schemeClr val="bg1">
                <a:lumMod val="65000"/>
              </a:schemeClr>
            </a:solidFill>
          </a:ln>
        </p:spPr>
        <p:txBody>
          <a:bodyPr lIns="396000" tIns="432000" rIns="396000" bIns="432000"/>
          <a:lstStyle>
            <a:lvl1pPr>
              <a:defRPr sz="1201"/>
            </a:lvl1pPr>
            <a:lvl2pPr>
              <a:defRPr sz="1201"/>
            </a:lvl2pPr>
            <a:lvl3pPr>
              <a:defRPr sz="1201"/>
            </a:lvl3pPr>
            <a:lvl4pPr>
              <a:defRPr sz="1201"/>
            </a:lvl4pPr>
            <a:lvl5pPr>
              <a:defRPr sz="1201"/>
            </a:lvl5pPr>
          </a:lstStyle>
          <a:p>
            <a:pPr lvl="0"/>
            <a:r>
              <a:rPr lang="de-DE" dirty="0"/>
              <a:t>Zusatzinformationen (Quellen, Partner)</a:t>
            </a:r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706C9FA-149F-4DAE-AF20-EF8E17C1211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666875" y="12387263"/>
            <a:ext cx="8465344" cy="14308138"/>
          </a:xfrm>
          <a:solidFill>
            <a:schemeClr val="bg1"/>
          </a:solidFill>
        </p:spPr>
        <p:txBody>
          <a:bodyPr lIns="396000" tIns="396000" rIns="396000" bIns="540000"/>
          <a:lstStyle>
            <a:lvl1pPr>
              <a:defRPr sz="2503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28" name="Textplatzhalter 2">
            <a:extLst>
              <a:ext uri="{FF2B5EF4-FFF2-40B4-BE49-F238E27FC236}">
                <a16:creationId xmlns:a16="http://schemas.microsoft.com/office/drawing/2014/main" id="{9370CD26-6711-4F79-98CC-7C1A4D01E5D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937080" y="23276470"/>
            <a:ext cx="17720467" cy="14725900"/>
          </a:xfrm>
        </p:spPr>
        <p:txBody>
          <a:bodyPr lIns="396000" tIns="396000" rIns="396000" bIns="540000"/>
          <a:lstStyle>
            <a:lvl1pPr>
              <a:defRPr sz="2503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37" name="Textplatzhalter 15">
            <a:extLst>
              <a:ext uri="{FF2B5EF4-FFF2-40B4-BE49-F238E27FC236}">
                <a16:creationId xmlns:a16="http://schemas.microsoft.com/office/drawing/2014/main" id="{3BA6E808-80EA-4335-8446-E8856FB78EA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660381" y="27420778"/>
            <a:ext cx="8465344" cy="1042988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4404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39" name="Textplatzhalter 2">
            <a:extLst>
              <a:ext uri="{FF2B5EF4-FFF2-40B4-BE49-F238E27FC236}">
                <a16:creationId xmlns:a16="http://schemas.microsoft.com/office/drawing/2014/main" id="{D2D870DD-C02B-41C5-9BDB-226A0B8E33F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660381" y="28463767"/>
            <a:ext cx="8465344" cy="3615644"/>
          </a:xfrm>
          <a:solidFill>
            <a:schemeClr val="bg1"/>
          </a:solidFill>
        </p:spPr>
        <p:txBody>
          <a:bodyPr lIns="396000" tIns="396000" rIns="396000" bIns="540000"/>
          <a:lstStyle>
            <a:lvl1pPr>
              <a:defRPr sz="2503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43" name="Textplatzhalter 15">
            <a:extLst>
              <a:ext uri="{FF2B5EF4-FFF2-40B4-BE49-F238E27FC236}">
                <a16:creationId xmlns:a16="http://schemas.microsoft.com/office/drawing/2014/main" id="{3BC5CCE8-DC54-48F2-B9A7-A06484DBD520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0939487" y="11344274"/>
            <a:ext cx="17684481" cy="1151387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4404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49836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143" userDrawn="1">
          <p15:clr>
            <a:srgbClr val="5ACBF0"/>
          </p15:clr>
        </p15:guide>
        <p15:guide id="2" pos="6387" userDrawn="1">
          <p15:clr>
            <a:srgbClr val="5ACBF0"/>
          </p15:clr>
        </p15:guide>
        <p15:guide id="3" pos="6888" userDrawn="1">
          <p15:clr>
            <a:srgbClr val="5ACBF0"/>
          </p15:clr>
        </p15:guide>
        <p15:guide id="5" pos="12682" userDrawn="1">
          <p15:clr>
            <a:srgbClr val="5ACBF0"/>
          </p15:clr>
        </p15:guide>
        <p15:guide id="6" orient="horz" pos="23942" userDrawn="1">
          <p15:clr>
            <a:srgbClr val="5ACBF0"/>
          </p15:clr>
        </p15:guide>
        <p15:guide id="7" orient="horz" pos="24279" userDrawn="1">
          <p15:clr>
            <a:srgbClr val="9FCC3B"/>
          </p15:clr>
        </p15:guide>
        <p15:guide id="8" orient="horz" pos="6533" userDrawn="1">
          <p15:clr>
            <a:srgbClr val="5ACBF0"/>
          </p15:clr>
        </p15:guide>
        <p15:guide id="12" pos="12223" userDrawn="1">
          <p15:clr>
            <a:srgbClr val="5ACBF0"/>
          </p15:clr>
        </p15:guide>
        <p15:guide id="13" orient="horz" pos="24572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Spalten symetris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74F513A-BFF6-4EFC-A7CC-D2427682B21D}"/>
              </a:ext>
            </a:extLst>
          </p:cNvPr>
          <p:cNvSpPr/>
          <p:nvPr userDrawn="1"/>
        </p:nvSpPr>
        <p:spPr>
          <a:xfrm>
            <a:off x="1630482" y="11235134"/>
            <a:ext cx="13093331" cy="12473383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DDD99A13-DE1F-47DF-8059-993FE5E14983}"/>
              </a:ext>
            </a:extLst>
          </p:cNvPr>
          <p:cNvSpPr/>
          <p:nvPr userDrawn="1"/>
        </p:nvSpPr>
        <p:spPr>
          <a:xfrm>
            <a:off x="15511835" y="11309349"/>
            <a:ext cx="13112134" cy="26728757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5F0047BF-762E-4BB1-B361-F9D46755882E}"/>
              </a:ext>
            </a:extLst>
          </p:cNvPr>
          <p:cNvSpPr/>
          <p:nvPr userDrawn="1"/>
        </p:nvSpPr>
        <p:spPr>
          <a:xfrm>
            <a:off x="1691735" y="24384000"/>
            <a:ext cx="13050106" cy="13654107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0" name="Bildplatzhalter 12"/>
          <p:cNvSpPr>
            <a:spLocks noGrp="1"/>
          </p:cNvSpPr>
          <p:nvPr>
            <p:ph type="pic" sz="quarter" idx="18"/>
          </p:nvPr>
        </p:nvSpPr>
        <p:spPr>
          <a:xfrm>
            <a:off x="15875942" y="11755190"/>
            <a:ext cx="12385376" cy="9950117"/>
          </a:xfrm>
          <a:prstGeom prst="rect">
            <a:avLst/>
          </a:prstGeom>
        </p:spPr>
        <p:txBody>
          <a:bodyPr bIns="46800" anchor="t" anchorCtr="0"/>
          <a:lstStyle/>
          <a:p>
            <a:r>
              <a:rPr lang="en-GB"/>
              <a:t>Click icon to add picture</a:t>
            </a:r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02AFC87E-7431-44FD-9168-BDC05B6B046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57735" y="4626400"/>
            <a:ext cx="26966234" cy="3024335"/>
          </a:xfrm>
          <a:prstGeom prst="rect">
            <a:avLst/>
          </a:prstGeom>
        </p:spPr>
        <p:txBody>
          <a:bodyPr lIns="36000"/>
          <a:lstStyle>
            <a:lvl1pPr>
              <a:defRPr sz="9409"/>
            </a:lvl1pPr>
          </a:lstStyle>
          <a:p>
            <a:pPr lvl="0"/>
            <a:r>
              <a:rPr lang="de-DE" dirty="0"/>
              <a:t>Überschrift 1 läuft über gesamte Papierbreite und ist gerne auch mehrzeilig</a:t>
            </a:r>
            <a:endParaRPr lang="en-US" dirty="0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35D55E40-9F4B-425A-950A-0B709EDEFA0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657735" y="8227418"/>
            <a:ext cx="26966234" cy="1079500"/>
          </a:xfrm>
          <a:prstGeom prst="rect">
            <a:avLst/>
          </a:prstGeom>
        </p:spPr>
        <p:txBody>
          <a:bodyPr lIns="0"/>
          <a:lstStyle>
            <a:lvl1pPr>
              <a:defRPr sz="6707"/>
            </a:lvl1pPr>
            <a:lvl5pPr marL="8361214" indent="0">
              <a:buNone/>
              <a:defRPr/>
            </a:lvl5pPr>
          </a:lstStyle>
          <a:p>
            <a:pPr lvl="0"/>
            <a:r>
              <a:rPr lang="de-DE" dirty="0"/>
              <a:t>Überschrift 2 enthält z.B. den Autor</a:t>
            </a:r>
            <a:endParaRPr lang="en-US" dirty="0"/>
          </a:p>
        </p:txBody>
      </p:sp>
      <p:sp>
        <p:nvSpPr>
          <p:cNvPr id="22" name="Textplatzhalter 13">
            <a:extLst>
              <a:ext uri="{FF2B5EF4-FFF2-40B4-BE49-F238E27FC236}">
                <a16:creationId xmlns:a16="http://schemas.microsoft.com/office/drawing/2014/main" id="{9804F76F-BD43-4A28-ACD0-81A4B2A6861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676246" y="9767818"/>
            <a:ext cx="26981303" cy="691229"/>
          </a:xfrm>
          <a:prstGeom prst="rect">
            <a:avLst/>
          </a:prstGeom>
        </p:spPr>
        <p:txBody>
          <a:bodyPr lIns="0" tIns="0" rIns="0"/>
          <a:lstStyle>
            <a:lvl1pPr>
              <a:defRPr sz="4404"/>
            </a:lvl1pPr>
            <a:lvl5pPr marL="8361214" indent="0">
              <a:buNone/>
              <a:defRPr/>
            </a:lvl5pPr>
          </a:lstStyle>
          <a:p>
            <a:pPr lvl="0"/>
            <a:r>
              <a:rPr lang="de-DE" dirty="0"/>
              <a:t>Überschrift 3 über gesamte Papierbreite oder gemäß Spaltenbreite</a:t>
            </a:r>
            <a:endParaRPr lang="en-US" dirty="0"/>
          </a:p>
        </p:txBody>
      </p:sp>
      <p:sp>
        <p:nvSpPr>
          <p:cNvPr id="24" name="Textplatzhalter 15">
            <a:extLst>
              <a:ext uri="{FF2B5EF4-FFF2-40B4-BE49-F238E27FC236}">
                <a16:creationId xmlns:a16="http://schemas.microsoft.com/office/drawing/2014/main" id="{A2B2A0E0-7079-491E-BA67-2AE00A778FA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666874" y="11309349"/>
            <a:ext cx="13056939" cy="1077914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4404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36" name="Textplatzhalter 35">
            <a:extLst>
              <a:ext uri="{FF2B5EF4-FFF2-40B4-BE49-F238E27FC236}">
                <a16:creationId xmlns:a16="http://schemas.microsoft.com/office/drawing/2014/main" id="{4574CB62-D4CD-495C-A2C6-BF9E4D3FBE1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5884228" y="21705307"/>
            <a:ext cx="12377090" cy="296448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1401"/>
            </a:lvl1pPr>
            <a:lvl2pPr>
              <a:defRPr sz="1401"/>
            </a:lvl2pPr>
            <a:lvl3pPr>
              <a:defRPr sz="1401"/>
            </a:lvl3pPr>
            <a:lvl4pPr>
              <a:defRPr sz="1401"/>
            </a:lvl4pPr>
            <a:lvl5pPr>
              <a:defRPr sz="1401"/>
            </a:lvl5pPr>
          </a:lstStyle>
          <a:p>
            <a:pPr lvl="0"/>
            <a:r>
              <a:rPr lang="de-DE" dirty="0"/>
              <a:t>Bildunterschrift, Autor </a:t>
            </a:r>
            <a:r>
              <a:rPr lang="de-DE" dirty="0" err="1"/>
              <a:t>etc</a:t>
            </a:r>
            <a:endParaRPr lang="en-US" dirty="0"/>
          </a:p>
        </p:txBody>
      </p: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7B757A85-1537-4D7D-8F21-ABE657BCC716}"/>
              </a:ext>
            </a:extLst>
          </p:cNvPr>
          <p:cNvCxnSpPr>
            <a:cxnSpLocks/>
          </p:cNvCxnSpPr>
          <p:nvPr userDrawn="1"/>
        </p:nvCxnSpPr>
        <p:spPr>
          <a:xfrm>
            <a:off x="1676247" y="38542166"/>
            <a:ext cx="26947722" cy="0"/>
          </a:xfrm>
          <a:prstGeom prst="line">
            <a:avLst/>
          </a:prstGeom>
          <a:ln w="60960" cap="rnd" cmpd="sng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platzhalter 62">
            <a:extLst>
              <a:ext uri="{FF2B5EF4-FFF2-40B4-BE49-F238E27FC236}">
                <a16:creationId xmlns:a16="http://schemas.microsoft.com/office/drawing/2014/main" id="{311E130A-9E77-4FC1-9807-0B1C025B0B7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5511835" y="39040594"/>
            <a:ext cx="13112135" cy="2108149"/>
          </a:xfrm>
          <a:prstGeom prst="rect">
            <a:avLst/>
          </a:prstGeom>
          <a:ln w="60960">
            <a:solidFill>
              <a:schemeClr val="bg1">
                <a:lumMod val="65000"/>
              </a:schemeClr>
            </a:solidFill>
          </a:ln>
        </p:spPr>
        <p:txBody>
          <a:bodyPr lIns="396000" tIns="432000" rIns="396000" bIns="432000"/>
          <a:lstStyle>
            <a:lvl1pPr>
              <a:defRPr sz="1201"/>
            </a:lvl1pPr>
            <a:lvl2pPr>
              <a:defRPr sz="1201"/>
            </a:lvl2pPr>
            <a:lvl3pPr>
              <a:defRPr sz="1201"/>
            </a:lvl3pPr>
            <a:lvl4pPr>
              <a:defRPr sz="1201"/>
            </a:lvl4pPr>
            <a:lvl5pPr>
              <a:defRPr sz="1201"/>
            </a:lvl5pPr>
          </a:lstStyle>
          <a:p>
            <a:pPr lvl="0"/>
            <a:r>
              <a:rPr lang="de-DE" dirty="0"/>
              <a:t>Zusatzinformationen (Quellen, Partner)</a:t>
            </a:r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706C9FA-149F-4DAE-AF20-EF8E17C1211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666875" y="12387263"/>
            <a:ext cx="13056938" cy="11321255"/>
          </a:xfrm>
          <a:noFill/>
        </p:spPr>
        <p:txBody>
          <a:bodyPr lIns="396000" tIns="396000" rIns="396000" bIns="540000"/>
          <a:lstStyle>
            <a:lvl1pPr>
              <a:defRPr sz="2503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28" name="Textplatzhalter 2">
            <a:extLst>
              <a:ext uri="{FF2B5EF4-FFF2-40B4-BE49-F238E27FC236}">
                <a16:creationId xmlns:a16="http://schemas.microsoft.com/office/drawing/2014/main" id="{9370CD26-6711-4F79-98CC-7C1A4D01E5D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5529863" y="22298204"/>
            <a:ext cx="13094106" cy="15739904"/>
          </a:xfrm>
        </p:spPr>
        <p:txBody>
          <a:bodyPr lIns="396000" tIns="396000" rIns="396000" bIns="540000"/>
          <a:lstStyle>
            <a:lvl1pPr>
              <a:defRPr sz="2503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37" name="Textplatzhalter 15">
            <a:extLst>
              <a:ext uri="{FF2B5EF4-FFF2-40B4-BE49-F238E27FC236}">
                <a16:creationId xmlns:a16="http://schemas.microsoft.com/office/drawing/2014/main" id="{3BA6E808-80EA-4335-8446-E8856FB78EA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691735" y="24366835"/>
            <a:ext cx="13032078" cy="1042988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4404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39" name="Textplatzhalter 2">
            <a:extLst>
              <a:ext uri="{FF2B5EF4-FFF2-40B4-BE49-F238E27FC236}">
                <a16:creationId xmlns:a16="http://schemas.microsoft.com/office/drawing/2014/main" id="{D2D870DD-C02B-41C5-9BDB-226A0B8E33F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691735" y="25413088"/>
            <a:ext cx="13032078" cy="12625019"/>
          </a:xfrm>
          <a:noFill/>
        </p:spPr>
        <p:txBody>
          <a:bodyPr lIns="396000" tIns="396000" rIns="396000" bIns="540000"/>
          <a:lstStyle>
            <a:lvl1pPr>
              <a:defRPr sz="2503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11705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143" userDrawn="1">
          <p15:clr>
            <a:srgbClr val="5ACBF0"/>
          </p15:clr>
        </p15:guide>
        <p15:guide id="2" pos="6387" userDrawn="1">
          <p15:clr>
            <a:srgbClr val="5ACBF0"/>
          </p15:clr>
        </p15:guide>
        <p15:guide id="3" pos="6888" userDrawn="1">
          <p15:clr>
            <a:srgbClr val="5ACBF0"/>
          </p15:clr>
        </p15:guide>
        <p15:guide id="5" pos="12682" userDrawn="1">
          <p15:clr>
            <a:srgbClr val="5ACBF0"/>
          </p15:clr>
        </p15:guide>
        <p15:guide id="6" orient="horz" pos="23942" userDrawn="1">
          <p15:clr>
            <a:srgbClr val="5ACBF0"/>
          </p15:clr>
        </p15:guide>
        <p15:guide id="7" orient="horz" pos="24279" userDrawn="1">
          <p15:clr>
            <a:srgbClr val="9FCC3B"/>
          </p15:clr>
        </p15:guide>
        <p15:guide id="8" orient="horz" pos="6533" userDrawn="1">
          <p15:clr>
            <a:srgbClr val="5ACBF0"/>
          </p15:clr>
        </p15:guide>
        <p15:guide id="12" pos="12223" userDrawn="1">
          <p15:clr>
            <a:srgbClr val="5ACBF0"/>
          </p15:clr>
        </p15:guide>
        <p15:guide id="13" orient="horz" pos="24572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74F513A-BFF6-4EFC-A7CC-D2427682B21D}"/>
              </a:ext>
            </a:extLst>
          </p:cNvPr>
          <p:cNvSpPr/>
          <p:nvPr userDrawn="1"/>
        </p:nvSpPr>
        <p:spPr>
          <a:xfrm>
            <a:off x="1630482" y="11309350"/>
            <a:ext cx="8539043" cy="15423504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DDD99A13-DE1F-47DF-8059-993FE5E14983}"/>
              </a:ext>
            </a:extLst>
          </p:cNvPr>
          <p:cNvSpPr/>
          <p:nvPr userDrawn="1"/>
        </p:nvSpPr>
        <p:spPr>
          <a:xfrm>
            <a:off x="10903095" y="11309349"/>
            <a:ext cx="8539043" cy="26728759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5F0047BF-762E-4BB1-B361-F9D46755882E}"/>
              </a:ext>
            </a:extLst>
          </p:cNvPr>
          <p:cNvSpPr/>
          <p:nvPr userDrawn="1"/>
        </p:nvSpPr>
        <p:spPr>
          <a:xfrm>
            <a:off x="1623988" y="27385853"/>
            <a:ext cx="8539043" cy="10652255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AD9447DE-8622-49F9-8BB1-E3327607ED28}"/>
              </a:ext>
            </a:extLst>
          </p:cNvPr>
          <p:cNvSpPr/>
          <p:nvPr userDrawn="1"/>
        </p:nvSpPr>
        <p:spPr>
          <a:xfrm>
            <a:off x="20096282" y="11309350"/>
            <a:ext cx="8539043" cy="9445625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DCA63645-2B1A-4147-AB62-AC8A146358AE}"/>
              </a:ext>
            </a:extLst>
          </p:cNvPr>
          <p:cNvSpPr/>
          <p:nvPr userDrawn="1"/>
        </p:nvSpPr>
        <p:spPr>
          <a:xfrm>
            <a:off x="20118506" y="21336000"/>
            <a:ext cx="8539043" cy="7929711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55" name="Rechteck 54">
            <a:extLst>
              <a:ext uri="{FF2B5EF4-FFF2-40B4-BE49-F238E27FC236}">
                <a16:creationId xmlns:a16="http://schemas.microsoft.com/office/drawing/2014/main" id="{4CD47678-0EDF-471C-8E09-538CA8E8B9AC}"/>
              </a:ext>
            </a:extLst>
          </p:cNvPr>
          <p:cNvSpPr/>
          <p:nvPr userDrawn="1"/>
        </p:nvSpPr>
        <p:spPr>
          <a:xfrm>
            <a:off x="20096282" y="29864102"/>
            <a:ext cx="8539043" cy="8174006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56" name="Textplatzhalter 15">
            <a:extLst>
              <a:ext uri="{FF2B5EF4-FFF2-40B4-BE49-F238E27FC236}">
                <a16:creationId xmlns:a16="http://schemas.microsoft.com/office/drawing/2014/main" id="{7E24A74D-83A4-44C1-8E2C-F38884A91C8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20132675" y="29892599"/>
            <a:ext cx="8465344" cy="1042988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4404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53" name="Textplatzhalter 15">
            <a:extLst>
              <a:ext uri="{FF2B5EF4-FFF2-40B4-BE49-F238E27FC236}">
                <a16:creationId xmlns:a16="http://schemas.microsoft.com/office/drawing/2014/main" id="{BD6E2D83-891B-4524-BC12-357D2423B1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0154899" y="21364497"/>
            <a:ext cx="8465344" cy="1042988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4404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20" name="Bildplatzhalter 12"/>
          <p:cNvSpPr>
            <a:spLocks noGrp="1"/>
          </p:cNvSpPr>
          <p:nvPr>
            <p:ph type="pic" sz="quarter" idx="18"/>
          </p:nvPr>
        </p:nvSpPr>
        <p:spPr>
          <a:xfrm>
            <a:off x="11306832" y="12999720"/>
            <a:ext cx="7772677" cy="15605342"/>
          </a:xfrm>
          <a:prstGeom prst="rect">
            <a:avLst/>
          </a:prstGeom>
        </p:spPr>
        <p:txBody>
          <a:bodyPr bIns="46800" anchor="t" anchorCtr="0"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02AFC87E-7431-44FD-9168-BDC05B6B046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57735" y="4626400"/>
            <a:ext cx="26966234" cy="3024335"/>
          </a:xfrm>
          <a:prstGeom prst="rect">
            <a:avLst/>
          </a:prstGeom>
        </p:spPr>
        <p:txBody>
          <a:bodyPr lIns="36000"/>
          <a:lstStyle>
            <a:lvl1pPr>
              <a:defRPr sz="9409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Überschrift 1 läuft über gesamte Papierbreite und ist gerne auch mehrzeilig</a:t>
            </a:r>
            <a:endParaRPr lang="en-US" dirty="0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35D55E40-9F4B-425A-950A-0B709EDEFA0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657735" y="8227418"/>
            <a:ext cx="26966234" cy="1079500"/>
          </a:xfrm>
          <a:prstGeom prst="rect">
            <a:avLst/>
          </a:prstGeom>
        </p:spPr>
        <p:txBody>
          <a:bodyPr lIns="0"/>
          <a:lstStyle>
            <a:lvl1pPr>
              <a:defRPr sz="6707">
                <a:solidFill>
                  <a:schemeClr val="bg1"/>
                </a:solidFill>
              </a:defRPr>
            </a:lvl1pPr>
            <a:lvl5pPr marL="8361214" indent="0">
              <a:buNone/>
              <a:defRPr/>
            </a:lvl5pPr>
          </a:lstStyle>
          <a:p>
            <a:pPr lvl="0"/>
            <a:r>
              <a:rPr lang="de-DE" dirty="0"/>
              <a:t>Überschrift 2 enthält z.B. den Autor</a:t>
            </a:r>
            <a:endParaRPr lang="en-US" dirty="0"/>
          </a:p>
        </p:txBody>
      </p:sp>
      <p:sp>
        <p:nvSpPr>
          <p:cNvPr id="22" name="Textplatzhalter 13">
            <a:extLst>
              <a:ext uri="{FF2B5EF4-FFF2-40B4-BE49-F238E27FC236}">
                <a16:creationId xmlns:a16="http://schemas.microsoft.com/office/drawing/2014/main" id="{9804F76F-BD43-4A28-ACD0-81A4B2A6861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676246" y="9767818"/>
            <a:ext cx="26981303" cy="691229"/>
          </a:xfrm>
          <a:prstGeom prst="rect">
            <a:avLst/>
          </a:prstGeom>
        </p:spPr>
        <p:txBody>
          <a:bodyPr lIns="0" tIns="0" rIns="0"/>
          <a:lstStyle>
            <a:lvl1pPr>
              <a:defRPr sz="4404">
                <a:solidFill>
                  <a:schemeClr val="bg1"/>
                </a:solidFill>
              </a:defRPr>
            </a:lvl1pPr>
            <a:lvl5pPr marL="8361214" indent="0">
              <a:buNone/>
              <a:defRPr/>
            </a:lvl5pPr>
          </a:lstStyle>
          <a:p>
            <a:pPr lvl="0"/>
            <a:r>
              <a:rPr lang="de-DE" dirty="0"/>
              <a:t>Überschrift 3 über gesamte Papierbreite oder gemäß Spaltenbreite</a:t>
            </a:r>
            <a:endParaRPr lang="en-US" dirty="0"/>
          </a:p>
        </p:txBody>
      </p:sp>
      <p:sp>
        <p:nvSpPr>
          <p:cNvPr id="24" name="Textplatzhalter 15">
            <a:extLst>
              <a:ext uri="{FF2B5EF4-FFF2-40B4-BE49-F238E27FC236}">
                <a16:creationId xmlns:a16="http://schemas.microsoft.com/office/drawing/2014/main" id="{A2B2A0E0-7079-491E-BA67-2AE00A778FA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666875" y="11344275"/>
            <a:ext cx="8465344" cy="1042988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4404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36" name="Textplatzhalter 35">
            <a:extLst>
              <a:ext uri="{FF2B5EF4-FFF2-40B4-BE49-F238E27FC236}">
                <a16:creationId xmlns:a16="http://schemas.microsoft.com/office/drawing/2014/main" id="{4574CB62-D4CD-495C-A2C6-BF9E4D3FBE1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306907" y="28628340"/>
            <a:ext cx="7772602" cy="280035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1401">
                <a:solidFill>
                  <a:schemeClr val="tx1"/>
                </a:solidFill>
              </a:defRPr>
            </a:lvl1pPr>
            <a:lvl2pPr>
              <a:defRPr sz="1401"/>
            </a:lvl2pPr>
            <a:lvl3pPr>
              <a:defRPr sz="1401"/>
            </a:lvl3pPr>
            <a:lvl4pPr>
              <a:defRPr sz="1401"/>
            </a:lvl4pPr>
            <a:lvl5pPr>
              <a:defRPr sz="1401"/>
            </a:lvl5pPr>
          </a:lstStyle>
          <a:p>
            <a:pPr lvl="0"/>
            <a:r>
              <a:rPr lang="de-DE" dirty="0"/>
              <a:t>Bildunterschrift, Autor </a:t>
            </a:r>
            <a:r>
              <a:rPr lang="de-DE" dirty="0" err="1"/>
              <a:t>etc</a:t>
            </a:r>
            <a:endParaRPr lang="en-US" dirty="0"/>
          </a:p>
        </p:txBody>
      </p:sp>
      <p:sp>
        <p:nvSpPr>
          <p:cNvPr id="50" name="Textplatzhalter 49">
            <a:extLst>
              <a:ext uri="{FF2B5EF4-FFF2-40B4-BE49-F238E27FC236}">
                <a16:creationId xmlns:a16="http://schemas.microsoft.com/office/drawing/2014/main" id="{E4E63A18-BA91-4B51-B292-12EC384357F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021419" y="37189566"/>
            <a:ext cx="7817522" cy="3175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1401">
                <a:solidFill>
                  <a:schemeClr val="tx1"/>
                </a:solidFill>
              </a:defRPr>
            </a:lvl1pPr>
            <a:lvl2pPr>
              <a:defRPr sz="1401"/>
            </a:lvl2pPr>
            <a:lvl3pPr>
              <a:defRPr sz="1401"/>
            </a:lvl3pPr>
            <a:lvl4pPr>
              <a:defRPr sz="1401"/>
            </a:lvl4pPr>
            <a:lvl5pPr>
              <a:defRPr sz="1401"/>
            </a:lvl5pPr>
          </a:lstStyle>
          <a:p>
            <a:pPr lvl="0"/>
            <a:r>
              <a:rPr lang="de-DE" dirty="0"/>
              <a:t>Bildunterschrift, Autor, etc.</a:t>
            </a:r>
            <a:endParaRPr lang="en-US" dirty="0"/>
          </a:p>
        </p:txBody>
      </p:sp>
      <p:sp>
        <p:nvSpPr>
          <p:cNvPr id="52" name="Bildplatzhalter 51">
            <a:extLst>
              <a:ext uri="{FF2B5EF4-FFF2-40B4-BE49-F238E27FC236}">
                <a16:creationId xmlns:a16="http://schemas.microsoft.com/office/drawing/2014/main" id="{082CFC5F-B249-46A2-BC0B-ACDBA3E17D52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2021419" y="32108776"/>
            <a:ext cx="7805976" cy="50514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7B757A85-1537-4D7D-8F21-ABE657BCC716}"/>
              </a:ext>
            </a:extLst>
          </p:cNvPr>
          <p:cNvCxnSpPr>
            <a:cxnSpLocks/>
          </p:cNvCxnSpPr>
          <p:nvPr userDrawn="1"/>
        </p:nvCxnSpPr>
        <p:spPr>
          <a:xfrm>
            <a:off x="1676247" y="38542166"/>
            <a:ext cx="26947722" cy="0"/>
          </a:xfrm>
          <a:prstGeom prst="line">
            <a:avLst/>
          </a:prstGeom>
          <a:ln w="60960" cap="rnd" cmpd="sng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platzhalter 62">
            <a:extLst>
              <a:ext uri="{FF2B5EF4-FFF2-40B4-BE49-F238E27FC236}">
                <a16:creationId xmlns:a16="http://schemas.microsoft.com/office/drawing/2014/main" id="{311E130A-9E77-4FC1-9807-0B1C025B0B7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5511835" y="39040594"/>
            <a:ext cx="13112135" cy="2108149"/>
          </a:xfrm>
          <a:prstGeom prst="rect">
            <a:avLst/>
          </a:prstGeom>
          <a:solidFill>
            <a:schemeClr val="bg1"/>
          </a:solidFill>
          <a:ln w="60960">
            <a:noFill/>
          </a:ln>
        </p:spPr>
        <p:txBody>
          <a:bodyPr lIns="396000" tIns="432000" rIns="396000" bIns="432000"/>
          <a:lstStyle>
            <a:lvl1pPr>
              <a:defRPr sz="1201">
                <a:solidFill>
                  <a:schemeClr val="tx1"/>
                </a:solidFill>
              </a:defRPr>
            </a:lvl1pPr>
            <a:lvl2pPr>
              <a:defRPr sz="1201"/>
            </a:lvl2pPr>
            <a:lvl3pPr>
              <a:defRPr sz="1201"/>
            </a:lvl3pPr>
            <a:lvl4pPr>
              <a:defRPr sz="1201"/>
            </a:lvl4pPr>
            <a:lvl5pPr>
              <a:defRPr sz="1201"/>
            </a:lvl5pPr>
          </a:lstStyle>
          <a:p>
            <a:pPr lvl="0"/>
            <a:r>
              <a:rPr lang="de-DE" dirty="0"/>
              <a:t>Zusatzinformationen (Quellen, Partner)</a:t>
            </a:r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706C9FA-149F-4DAE-AF20-EF8E17C1211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666875" y="12387263"/>
            <a:ext cx="8465344" cy="14308138"/>
          </a:xfrm>
          <a:solidFill>
            <a:schemeClr val="bg1"/>
          </a:solidFill>
        </p:spPr>
        <p:txBody>
          <a:bodyPr lIns="396000" tIns="396000" rIns="396000" bIns="540000"/>
          <a:lstStyle>
            <a:lvl1pPr>
              <a:defRPr sz="2503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28" name="Textplatzhalter 2">
            <a:extLst>
              <a:ext uri="{FF2B5EF4-FFF2-40B4-BE49-F238E27FC236}">
                <a16:creationId xmlns:a16="http://schemas.microsoft.com/office/drawing/2014/main" id="{9370CD26-6711-4F79-98CC-7C1A4D01E5D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937081" y="29133800"/>
            <a:ext cx="8465344" cy="8868569"/>
          </a:xfrm>
        </p:spPr>
        <p:txBody>
          <a:bodyPr lIns="396000" tIns="396000" rIns="396000" bIns="540000"/>
          <a:lstStyle>
            <a:lvl1pPr>
              <a:defRPr sz="2503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29" name="Textplatzhalter 2">
            <a:extLst>
              <a:ext uri="{FF2B5EF4-FFF2-40B4-BE49-F238E27FC236}">
                <a16:creationId xmlns:a16="http://schemas.microsoft.com/office/drawing/2014/main" id="{B58B67C4-7003-45C2-8808-A0663CE5168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20146192" y="22412374"/>
            <a:ext cx="8477777" cy="6817469"/>
          </a:xfrm>
        </p:spPr>
        <p:txBody>
          <a:bodyPr lIns="396000" tIns="396000" rIns="396000" bIns="540000"/>
          <a:lstStyle>
            <a:lvl1pPr>
              <a:defRPr sz="2503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30" name="Textplatzhalter 2">
            <a:extLst>
              <a:ext uri="{FF2B5EF4-FFF2-40B4-BE49-F238E27FC236}">
                <a16:creationId xmlns:a16="http://schemas.microsoft.com/office/drawing/2014/main" id="{FE3A7EEB-9354-490A-95BE-BFC8267441F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0146191" y="12404452"/>
            <a:ext cx="8438334" cy="8310042"/>
          </a:xfrm>
        </p:spPr>
        <p:txBody>
          <a:bodyPr lIns="396000" tIns="396000" rIns="396000" bIns="540000"/>
          <a:lstStyle>
            <a:lvl1pPr>
              <a:defRPr sz="2503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31" name="Textplatzhalter 2">
            <a:extLst>
              <a:ext uri="{FF2B5EF4-FFF2-40B4-BE49-F238E27FC236}">
                <a16:creationId xmlns:a16="http://schemas.microsoft.com/office/drawing/2014/main" id="{2CE8C4F2-27C1-4658-9623-DD7687670D7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0138231" y="30932438"/>
            <a:ext cx="8453438" cy="7074694"/>
          </a:xfrm>
        </p:spPr>
        <p:txBody>
          <a:bodyPr lIns="396000" tIns="396000" rIns="396000" bIns="540000"/>
          <a:lstStyle>
            <a:lvl1pPr>
              <a:defRPr sz="2503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37" name="Textplatzhalter 15">
            <a:extLst>
              <a:ext uri="{FF2B5EF4-FFF2-40B4-BE49-F238E27FC236}">
                <a16:creationId xmlns:a16="http://schemas.microsoft.com/office/drawing/2014/main" id="{3BA6E808-80EA-4335-8446-E8856FB78EA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660381" y="27420778"/>
            <a:ext cx="8465344" cy="1042988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4404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39" name="Textplatzhalter 2">
            <a:extLst>
              <a:ext uri="{FF2B5EF4-FFF2-40B4-BE49-F238E27FC236}">
                <a16:creationId xmlns:a16="http://schemas.microsoft.com/office/drawing/2014/main" id="{D2D870DD-C02B-41C5-9BDB-226A0B8E33F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660381" y="28463767"/>
            <a:ext cx="8465344" cy="3615644"/>
          </a:xfrm>
          <a:solidFill>
            <a:schemeClr val="bg1"/>
          </a:solidFill>
        </p:spPr>
        <p:txBody>
          <a:bodyPr lIns="396000" tIns="396000" rIns="396000" bIns="540000"/>
          <a:lstStyle>
            <a:lvl1pPr>
              <a:defRPr sz="2503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43" name="Textplatzhalter 15">
            <a:extLst>
              <a:ext uri="{FF2B5EF4-FFF2-40B4-BE49-F238E27FC236}">
                <a16:creationId xmlns:a16="http://schemas.microsoft.com/office/drawing/2014/main" id="{3BC5CCE8-DC54-48F2-B9A7-A06484DBD520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0939488" y="11344275"/>
            <a:ext cx="8465344" cy="1042988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4404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49" name="Textplatzhalter 15">
            <a:extLst>
              <a:ext uri="{FF2B5EF4-FFF2-40B4-BE49-F238E27FC236}">
                <a16:creationId xmlns:a16="http://schemas.microsoft.com/office/drawing/2014/main" id="{33F9BD31-F856-4F0F-BFB8-6EE0C1C15395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0132675" y="11344275"/>
            <a:ext cx="8465344" cy="1042988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4404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3486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143" userDrawn="1">
          <p15:clr>
            <a:srgbClr val="5ACBF0"/>
          </p15:clr>
        </p15:guide>
        <p15:guide id="2" pos="6387" userDrawn="1">
          <p15:clr>
            <a:srgbClr val="5ACBF0"/>
          </p15:clr>
        </p15:guide>
        <p15:guide id="3" pos="6888" userDrawn="1">
          <p15:clr>
            <a:srgbClr val="5ACBF0"/>
          </p15:clr>
        </p15:guide>
        <p15:guide id="5" pos="12682" userDrawn="1">
          <p15:clr>
            <a:srgbClr val="5ACBF0"/>
          </p15:clr>
        </p15:guide>
        <p15:guide id="6" orient="horz" pos="23942" userDrawn="1">
          <p15:clr>
            <a:srgbClr val="5ACBF0"/>
          </p15:clr>
        </p15:guide>
        <p15:guide id="7" orient="horz" pos="24279" userDrawn="1">
          <p15:clr>
            <a:srgbClr val="9FCC3B"/>
          </p15:clr>
        </p15:guide>
        <p15:guide id="8" orient="horz" pos="6533" userDrawn="1">
          <p15:clr>
            <a:srgbClr val="5ACBF0"/>
          </p15:clr>
        </p15:guide>
        <p15:guide id="12" pos="12223" userDrawn="1">
          <p15:clr>
            <a:srgbClr val="5ACBF0"/>
          </p15:clr>
        </p15:guide>
        <p15:guide id="13" orient="horz" pos="2457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Spalten asymetris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74F513A-BFF6-4EFC-A7CC-D2427682B21D}"/>
              </a:ext>
            </a:extLst>
          </p:cNvPr>
          <p:cNvSpPr/>
          <p:nvPr userDrawn="1"/>
        </p:nvSpPr>
        <p:spPr>
          <a:xfrm>
            <a:off x="1630482" y="11309350"/>
            <a:ext cx="8539043" cy="15423504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DDD99A13-DE1F-47DF-8059-993FE5E14983}"/>
              </a:ext>
            </a:extLst>
          </p:cNvPr>
          <p:cNvSpPr/>
          <p:nvPr userDrawn="1"/>
        </p:nvSpPr>
        <p:spPr>
          <a:xfrm>
            <a:off x="10903095" y="11309349"/>
            <a:ext cx="17720874" cy="26728759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5F0047BF-762E-4BB1-B361-F9D46755882E}"/>
              </a:ext>
            </a:extLst>
          </p:cNvPr>
          <p:cNvSpPr/>
          <p:nvPr userDrawn="1"/>
        </p:nvSpPr>
        <p:spPr>
          <a:xfrm>
            <a:off x="1623988" y="27385853"/>
            <a:ext cx="8539043" cy="10652255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0" name="Bildplatzhalter 12"/>
          <p:cNvSpPr>
            <a:spLocks noGrp="1"/>
          </p:cNvSpPr>
          <p:nvPr>
            <p:ph type="pic" sz="quarter" idx="18"/>
          </p:nvPr>
        </p:nvSpPr>
        <p:spPr>
          <a:xfrm>
            <a:off x="11306832" y="12999720"/>
            <a:ext cx="16954486" cy="9928860"/>
          </a:xfrm>
          <a:prstGeom prst="rect">
            <a:avLst/>
          </a:prstGeom>
        </p:spPr>
        <p:txBody>
          <a:bodyPr bIns="46800" anchor="t" anchorCtr="0"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02AFC87E-7431-44FD-9168-BDC05B6B046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57735" y="4626400"/>
            <a:ext cx="26966234" cy="3024335"/>
          </a:xfrm>
          <a:prstGeom prst="rect">
            <a:avLst/>
          </a:prstGeom>
        </p:spPr>
        <p:txBody>
          <a:bodyPr lIns="36000"/>
          <a:lstStyle>
            <a:lvl1pPr>
              <a:defRPr sz="9409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Überschrift 1 läuft über gesamte Papierbreite und ist gerne auch mehrzeilig</a:t>
            </a:r>
            <a:endParaRPr lang="en-US" dirty="0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35D55E40-9F4B-425A-950A-0B709EDEFA0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657735" y="8227418"/>
            <a:ext cx="26966234" cy="1079500"/>
          </a:xfrm>
          <a:prstGeom prst="rect">
            <a:avLst/>
          </a:prstGeom>
        </p:spPr>
        <p:txBody>
          <a:bodyPr lIns="0"/>
          <a:lstStyle>
            <a:lvl1pPr>
              <a:defRPr sz="6707">
                <a:solidFill>
                  <a:schemeClr val="bg1"/>
                </a:solidFill>
              </a:defRPr>
            </a:lvl1pPr>
            <a:lvl5pPr marL="8361214" indent="0">
              <a:buNone/>
              <a:defRPr/>
            </a:lvl5pPr>
          </a:lstStyle>
          <a:p>
            <a:pPr lvl="0"/>
            <a:r>
              <a:rPr lang="de-DE" dirty="0"/>
              <a:t>Überschrift 2 enthält z.B. den Autor</a:t>
            </a:r>
            <a:endParaRPr lang="en-US" dirty="0"/>
          </a:p>
        </p:txBody>
      </p:sp>
      <p:sp>
        <p:nvSpPr>
          <p:cNvPr id="22" name="Textplatzhalter 13">
            <a:extLst>
              <a:ext uri="{FF2B5EF4-FFF2-40B4-BE49-F238E27FC236}">
                <a16:creationId xmlns:a16="http://schemas.microsoft.com/office/drawing/2014/main" id="{9804F76F-BD43-4A28-ACD0-81A4B2A6861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676246" y="9767818"/>
            <a:ext cx="26981303" cy="691229"/>
          </a:xfrm>
          <a:prstGeom prst="rect">
            <a:avLst/>
          </a:prstGeom>
        </p:spPr>
        <p:txBody>
          <a:bodyPr lIns="0" tIns="0" rIns="0"/>
          <a:lstStyle>
            <a:lvl1pPr>
              <a:defRPr sz="4404">
                <a:solidFill>
                  <a:schemeClr val="bg1"/>
                </a:solidFill>
              </a:defRPr>
            </a:lvl1pPr>
            <a:lvl5pPr marL="8361214" indent="0">
              <a:buNone/>
              <a:defRPr/>
            </a:lvl5pPr>
          </a:lstStyle>
          <a:p>
            <a:pPr lvl="0"/>
            <a:r>
              <a:rPr lang="de-DE" dirty="0"/>
              <a:t>Überschrift 3 über gesamte Papierbreite oder gemäß Spaltenbreite</a:t>
            </a:r>
            <a:endParaRPr lang="en-US" dirty="0"/>
          </a:p>
        </p:txBody>
      </p:sp>
      <p:sp>
        <p:nvSpPr>
          <p:cNvPr id="24" name="Textplatzhalter 15">
            <a:extLst>
              <a:ext uri="{FF2B5EF4-FFF2-40B4-BE49-F238E27FC236}">
                <a16:creationId xmlns:a16="http://schemas.microsoft.com/office/drawing/2014/main" id="{A2B2A0E0-7079-491E-BA67-2AE00A778FA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666875" y="11344275"/>
            <a:ext cx="8465344" cy="1042988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4404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36" name="Textplatzhalter 35">
            <a:extLst>
              <a:ext uri="{FF2B5EF4-FFF2-40B4-BE49-F238E27FC236}">
                <a16:creationId xmlns:a16="http://schemas.microsoft.com/office/drawing/2014/main" id="{4574CB62-D4CD-495C-A2C6-BF9E4D3FBE1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306906" y="22928580"/>
            <a:ext cx="16954412" cy="315253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1401">
                <a:solidFill>
                  <a:schemeClr val="tx1"/>
                </a:solidFill>
              </a:defRPr>
            </a:lvl1pPr>
            <a:lvl2pPr>
              <a:defRPr sz="1401"/>
            </a:lvl2pPr>
            <a:lvl3pPr>
              <a:defRPr sz="1401"/>
            </a:lvl3pPr>
            <a:lvl4pPr>
              <a:defRPr sz="1401"/>
            </a:lvl4pPr>
            <a:lvl5pPr>
              <a:defRPr sz="1401"/>
            </a:lvl5pPr>
          </a:lstStyle>
          <a:p>
            <a:pPr lvl="0"/>
            <a:r>
              <a:rPr lang="de-DE" dirty="0"/>
              <a:t>Bildunterschrift, Autor </a:t>
            </a:r>
            <a:r>
              <a:rPr lang="de-DE" dirty="0" err="1"/>
              <a:t>etc</a:t>
            </a:r>
            <a:endParaRPr lang="en-US" dirty="0"/>
          </a:p>
        </p:txBody>
      </p:sp>
      <p:sp>
        <p:nvSpPr>
          <p:cNvPr id="50" name="Textplatzhalter 49">
            <a:extLst>
              <a:ext uri="{FF2B5EF4-FFF2-40B4-BE49-F238E27FC236}">
                <a16:creationId xmlns:a16="http://schemas.microsoft.com/office/drawing/2014/main" id="{E4E63A18-BA91-4B51-B292-12EC384357F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021419" y="37189566"/>
            <a:ext cx="7817522" cy="3175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1401">
                <a:solidFill>
                  <a:schemeClr val="tx1"/>
                </a:solidFill>
              </a:defRPr>
            </a:lvl1pPr>
            <a:lvl2pPr>
              <a:defRPr sz="1401"/>
            </a:lvl2pPr>
            <a:lvl3pPr>
              <a:defRPr sz="1401"/>
            </a:lvl3pPr>
            <a:lvl4pPr>
              <a:defRPr sz="1401"/>
            </a:lvl4pPr>
            <a:lvl5pPr>
              <a:defRPr sz="1401"/>
            </a:lvl5pPr>
          </a:lstStyle>
          <a:p>
            <a:pPr lvl="0"/>
            <a:r>
              <a:rPr lang="de-DE" dirty="0"/>
              <a:t>Bildunterschrift, Autor, etc.</a:t>
            </a:r>
            <a:endParaRPr lang="en-US" dirty="0"/>
          </a:p>
        </p:txBody>
      </p:sp>
      <p:sp>
        <p:nvSpPr>
          <p:cNvPr id="52" name="Bildplatzhalter 51">
            <a:extLst>
              <a:ext uri="{FF2B5EF4-FFF2-40B4-BE49-F238E27FC236}">
                <a16:creationId xmlns:a16="http://schemas.microsoft.com/office/drawing/2014/main" id="{082CFC5F-B249-46A2-BC0B-ACDBA3E17D52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2021419" y="32108776"/>
            <a:ext cx="7805976" cy="50514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7B757A85-1537-4D7D-8F21-ABE657BCC716}"/>
              </a:ext>
            </a:extLst>
          </p:cNvPr>
          <p:cNvCxnSpPr>
            <a:cxnSpLocks/>
          </p:cNvCxnSpPr>
          <p:nvPr userDrawn="1"/>
        </p:nvCxnSpPr>
        <p:spPr>
          <a:xfrm>
            <a:off x="1676247" y="38542166"/>
            <a:ext cx="26947722" cy="0"/>
          </a:xfrm>
          <a:prstGeom prst="line">
            <a:avLst/>
          </a:prstGeom>
          <a:ln w="60960" cap="rnd" cmpd="sng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platzhalter 62">
            <a:extLst>
              <a:ext uri="{FF2B5EF4-FFF2-40B4-BE49-F238E27FC236}">
                <a16:creationId xmlns:a16="http://schemas.microsoft.com/office/drawing/2014/main" id="{311E130A-9E77-4FC1-9807-0B1C025B0B7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5511835" y="39040594"/>
            <a:ext cx="13112135" cy="2108149"/>
          </a:xfrm>
          <a:prstGeom prst="rect">
            <a:avLst/>
          </a:prstGeom>
          <a:solidFill>
            <a:schemeClr val="bg1"/>
          </a:solidFill>
          <a:ln w="60960">
            <a:noFill/>
          </a:ln>
        </p:spPr>
        <p:txBody>
          <a:bodyPr lIns="396000" tIns="432000" rIns="396000" bIns="432000"/>
          <a:lstStyle>
            <a:lvl1pPr>
              <a:defRPr sz="1201">
                <a:solidFill>
                  <a:schemeClr val="tx1"/>
                </a:solidFill>
              </a:defRPr>
            </a:lvl1pPr>
            <a:lvl2pPr>
              <a:defRPr sz="1201"/>
            </a:lvl2pPr>
            <a:lvl3pPr>
              <a:defRPr sz="1201"/>
            </a:lvl3pPr>
            <a:lvl4pPr>
              <a:defRPr sz="1201"/>
            </a:lvl4pPr>
            <a:lvl5pPr>
              <a:defRPr sz="1201"/>
            </a:lvl5pPr>
          </a:lstStyle>
          <a:p>
            <a:pPr lvl="0"/>
            <a:r>
              <a:rPr lang="de-DE" dirty="0"/>
              <a:t>Zusatzinformationen (Quellen, Partner)</a:t>
            </a:r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706C9FA-149F-4DAE-AF20-EF8E17C1211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666875" y="12387263"/>
            <a:ext cx="8465344" cy="14308138"/>
          </a:xfrm>
          <a:solidFill>
            <a:schemeClr val="bg1"/>
          </a:solidFill>
        </p:spPr>
        <p:txBody>
          <a:bodyPr lIns="396000" tIns="396000" rIns="396000" bIns="540000"/>
          <a:lstStyle>
            <a:lvl1pPr>
              <a:defRPr sz="2503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28" name="Textplatzhalter 2">
            <a:extLst>
              <a:ext uri="{FF2B5EF4-FFF2-40B4-BE49-F238E27FC236}">
                <a16:creationId xmlns:a16="http://schemas.microsoft.com/office/drawing/2014/main" id="{9370CD26-6711-4F79-98CC-7C1A4D01E5D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937080" y="23276470"/>
            <a:ext cx="17720467" cy="14725900"/>
          </a:xfrm>
        </p:spPr>
        <p:txBody>
          <a:bodyPr lIns="396000" tIns="396000" rIns="396000" bIns="540000" numCol="2" spcCol="180000"/>
          <a:lstStyle>
            <a:lvl1pPr>
              <a:defRPr sz="2503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37" name="Textplatzhalter 15">
            <a:extLst>
              <a:ext uri="{FF2B5EF4-FFF2-40B4-BE49-F238E27FC236}">
                <a16:creationId xmlns:a16="http://schemas.microsoft.com/office/drawing/2014/main" id="{3BA6E808-80EA-4335-8446-E8856FB78EA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660381" y="27420778"/>
            <a:ext cx="8465344" cy="1042988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4404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39" name="Textplatzhalter 2">
            <a:extLst>
              <a:ext uri="{FF2B5EF4-FFF2-40B4-BE49-F238E27FC236}">
                <a16:creationId xmlns:a16="http://schemas.microsoft.com/office/drawing/2014/main" id="{D2D870DD-C02B-41C5-9BDB-226A0B8E33F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660381" y="28463767"/>
            <a:ext cx="8465344" cy="3615644"/>
          </a:xfrm>
          <a:solidFill>
            <a:schemeClr val="bg1"/>
          </a:solidFill>
        </p:spPr>
        <p:txBody>
          <a:bodyPr lIns="396000" tIns="396000" rIns="396000" bIns="540000"/>
          <a:lstStyle>
            <a:lvl1pPr>
              <a:defRPr sz="2503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43" name="Textplatzhalter 15">
            <a:extLst>
              <a:ext uri="{FF2B5EF4-FFF2-40B4-BE49-F238E27FC236}">
                <a16:creationId xmlns:a16="http://schemas.microsoft.com/office/drawing/2014/main" id="{3BC5CCE8-DC54-48F2-B9A7-A06484DBD520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0939487" y="11344274"/>
            <a:ext cx="17684481" cy="1151387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4404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94459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143" userDrawn="1">
          <p15:clr>
            <a:srgbClr val="5ACBF0"/>
          </p15:clr>
        </p15:guide>
        <p15:guide id="2" pos="6387" userDrawn="1">
          <p15:clr>
            <a:srgbClr val="5ACBF0"/>
          </p15:clr>
        </p15:guide>
        <p15:guide id="3" pos="6888" userDrawn="1">
          <p15:clr>
            <a:srgbClr val="5ACBF0"/>
          </p15:clr>
        </p15:guide>
        <p15:guide id="5" pos="12682" userDrawn="1">
          <p15:clr>
            <a:srgbClr val="5ACBF0"/>
          </p15:clr>
        </p15:guide>
        <p15:guide id="6" orient="horz" pos="23942" userDrawn="1">
          <p15:clr>
            <a:srgbClr val="5ACBF0"/>
          </p15:clr>
        </p15:guide>
        <p15:guide id="7" orient="horz" pos="24279" userDrawn="1">
          <p15:clr>
            <a:srgbClr val="9FCC3B"/>
          </p15:clr>
        </p15:guide>
        <p15:guide id="8" orient="horz" pos="6533" userDrawn="1">
          <p15:clr>
            <a:srgbClr val="5ACBF0"/>
          </p15:clr>
        </p15:guide>
        <p15:guide id="12" pos="12223" userDrawn="1">
          <p15:clr>
            <a:srgbClr val="5ACBF0"/>
          </p15:clr>
        </p15:guide>
        <p15:guide id="13" orient="horz" pos="24572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Spalten symetris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74F513A-BFF6-4EFC-A7CC-D2427682B21D}"/>
              </a:ext>
            </a:extLst>
          </p:cNvPr>
          <p:cNvSpPr/>
          <p:nvPr userDrawn="1"/>
        </p:nvSpPr>
        <p:spPr>
          <a:xfrm>
            <a:off x="1630482" y="11235134"/>
            <a:ext cx="13093331" cy="12473383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DDD99A13-DE1F-47DF-8059-993FE5E14983}"/>
              </a:ext>
            </a:extLst>
          </p:cNvPr>
          <p:cNvSpPr/>
          <p:nvPr userDrawn="1"/>
        </p:nvSpPr>
        <p:spPr>
          <a:xfrm>
            <a:off x="15511835" y="11309349"/>
            <a:ext cx="13112134" cy="26728757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5F0047BF-762E-4BB1-B361-F9D46755882E}"/>
              </a:ext>
            </a:extLst>
          </p:cNvPr>
          <p:cNvSpPr/>
          <p:nvPr userDrawn="1"/>
        </p:nvSpPr>
        <p:spPr>
          <a:xfrm>
            <a:off x="1691735" y="24384000"/>
            <a:ext cx="13050106" cy="13654107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0" name="Bildplatzhalter 12"/>
          <p:cNvSpPr>
            <a:spLocks noGrp="1"/>
          </p:cNvSpPr>
          <p:nvPr>
            <p:ph type="pic" sz="quarter" idx="18"/>
          </p:nvPr>
        </p:nvSpPr>
        <p:spPr>
          <a:xfrm>
            <a:off x="15875942" y="11755190"/>
            <a:ext cx="12385376" cy="9950117"/>
          </a:xfrm>
          <a:prstGeom prst="rect">
            <a:avLst/>
          </a:prstGeom>
        </p:spPr>
        <p:txBody>
          <a:bodyPr bIns="46800" anchor="t" anchorCtr="0"/>
          <a:lstStyle/>
          <a:p>
            <a:r>
              <a:rPr lang="de-DE" dirty="0"/>
              <a:t>Bild durch Klicken auf Symbol hinzufügen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02AFC87E-7431-44FD-9168-BDC05B6B046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57735" y="4626400"/>
            <a:ext cx="26966234" cy="3024335"/>
          </a:xfrm>
          <a:prstGeom prst="rect">
            <a:avLst/>
          </a:prstGeom>
        </p:spPr>
        <p:txBody>
          <a:bodyPr lIns="36000"/>
          <a:lstStyle>
            <a:lvl1pPr>
              <a:defRPr sz="9409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Überschrift 1 läuft über gesamte Papierbreite und ist gerne auch mehrzeilig</a:t>
            </a:r>
            <a:endParaRPr lang="en-US" dirty="0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35D55E40-9F4B-425A-950A-0B709EDEFA0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657735" y="8227418"/>
            <a:ext cx="26966234" cy="1079500"/>
          </a:xfrm>
          <a:prstGeom prst="rect">
            <a:avLst/>
          </a:prstGeom>
        </p:spPr>
        <p:txBody>
          <a:bodyPr lIns="0"/>
          <a:lstStyle>
            <a:lvl1pPr>
              <a:defRPr sz="6707">
                <a:solidFill>
                  <a:schemeClr val="bg1"/>
                </a:solidFill>
              </a:defRPr>
            </a:lvl1pPr>
            <a:lvl5pPr marL="8361214" indent="0">
              <a:buNone/>
              <a:defRPr/>
            </a:lvl5pPr>
          </a:lstStyle>
          <a:p>
            <a:pPr lvl="0"/>
            <a:r>
              <a:rPr lang="de-DE" dirty="0"/>
              <a:t>Überschrift 2 enthält z.B. den Autor</a:t>
            </a:r>
            <a:endParaRPr lang="en-US" dirty="0"/>
          </a:p>
        </p:txBody>
      </p:sp>
      <p:sp>
        <p:nvSpPr>
          <p:cNvPr id="22" name="Textplatzhalter 13">
            <a:extLst>
              <a:ext uri="{FF2B5EF4-FFF2-40B4-BE49-F238E27FC236}">
                <a16:creationId xmlns:a16="http://schemas.microsoft.com/office/drawing/2014/main" id="{9804F76F-BD43-4A28-ACD0-81A4B2A6861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676246" y="9767818"/>
            <a:ext cx="26981303" cy="691229"/>
          </a:xfrm>
          <a:prstGeom prst="rect">
            <a:avLst/>
          </a:prstGeom>
        </p:spPr>
        <p:txBody>
          <a:bodyPr lIns="0" tIns="0" rIns="0"/>
          <a:lstStyle>
            <a:lvl1pPr>
              <a:defRPr sz="4404">
                <a:solidFill>
                  <a:schemeClr val="bg1"/>
                </a:solidFill>
              </a:defRPr>
            </a:lvl1pPr>
            <a:lvl5pPr marL="8361214" indent="0">
              <a:buNone/>
              <a:defRPr/>
            </a:lvl5pPr>
          </a:lstStyle>
          <a:p>
            <a:pPr lvl="0"/>
            <a:r>
              <a:rPr lang="de-DE" dirty="0"/>
              <a:t>Überschrift 3 über gesamte Papierbreite oder gemäß Spaltenbreite</a:t>
            </a:r>
            <a:endParaRPr lang="en-US" dirty="0"/>
          </a:p>
        </p:txBody>
      </p:sp>
      <p:sp>
        <p:nvSpPr>
          <p:cNvPr id="24" name="Textplatzhalter 15">
            <a:extLst>
              <a:ext uri="{FF2B5EF4-FFF2-40B4-BE49-F238E27FC236}">
                <a16:creationId xmlns:a16="http://schemas.microsoft.com/office/drawing/2014/main" id="{A2B2A0E0-7079-491E-BA67-2AE00A778FA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666874" y="11309349"/>
            <a:ext cx="13056939" cy="1077914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4404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36" name="Textplatzhalter 35">
            <a:extLst>
              <a:ext uri="{FF2B5EF4-FFF2-40B4-BE49-F238E27FC236}">
                <a16:creationId xmlns:a16="http://schemas.microsoft.com/office/drawing/2014/main" id="{4574CB62-D4CD-495C-A2C6-BF9E4D3FBE1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5884228" y="21705307"/>
            <a:ext cx="12377090" cy="296448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1401">
                <a:solidFill>
                  <a:schemeClr val="tx1"/>
                </a:solidFill>
              </a:defRPr>
            </a:lvl1pPr>
            <a:lvl2pPr>
              <a:defRPr sz="1401"/>
            </a:lvl2pPr>
            <a:lvl3pPr>
              <a:defRPr sz="1401"/>
            </a:lvl3pPr>
            <a:lvl4pPr>
              <a:defRPr sz="1401"/>
            </a:lvl4pPr>
            <a:lvl5pPr>
              <a:defRPr sz="1401"/>
            </a:lvl5pPr>
          </a:lstStyle>
          <a:p>
            <a:pPr lvl="0"/>
            <a:r>
              <a:rPr lang="de-DE" dirty="0"/>
              <a:t>Bildunterschrift, Autor </a:t>
            </a:r>
            <a:r>
              <a:rPr lang="de-DE" dirty="0" err="1"/>
              <a:t>etc</a:t>
            </a:r>
            <a:endParaRPr lang="en-US" dirty="0"/>
          </a:p>
        </p:txBody>
      </p: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7B757A85-1537-4D7D-8F21-ABE657BCC716}"/>
              </a:ext>
            </a:extLst>
          </p:cNvPr>
          <p:cNvCxnSpPr>
            <a:cxnSpLocks/>
          </p:cNvCxnSpPr>
          <p:nvPr userDrawn="1"/>
        </p:nvCxnSpPr>
        <p:spPr>
          <a:xfrm>
            <a:off x="1676247" y="38542166"/>
            <a:ext cx="26947722" cy="0"/>
          </a:xfrm>
          <a:prstGeom prst="line">
            <a:avLst/>
          </a:prstGeom>
          <a:ln w="60960" cap="rnd" cmpd="sng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platzhalter 62">
            <a:extLst>
              <a:ext uri="{FF2B5EF4-FFF2-40B4-BE49-F238E27FC236}">
                <a16:creationId xmlns:a16="http://schemas.microsoft.com/office/drawing/2014/main" id="{311E130A-9E77-4FC1-9807-0B1C025B0B7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5511835" y="39040594"/>
            <a:ext cx="13112135" cy="2108149"/>
          </a:xfrm>
          <a:prstGeom prst="rect">
            <a:avLst/>
          </a:prstGeom>
          <a:solidFill>
            <a:schemeClr val="bg1"/>
          </a:solidFill>
          <a:ln w="60960">
            <a:noFill/>
          </a:ln>
        </p:spPr>
        <p:txBody>
          <a:bodyPr lIns="396000" tIns="432000" rIns="396000" bIns="432000"/>
          <a:lstStyle>
            <a:lvl1pPr>
              <a:defRPr sz="1201">
                <a:solidFill>
                  <a:schemeClr val="tx1"/>
                </a:solidFill>
              </a:defRPr>
            </a:lvl1pPr>
            <a:lvl2pPr>
              <a:defRPr sz="1201"/>
            </a:lvl2pPr>
            <a:lvl3pPr>
              <a:defRPr sz="1201"/>
            </a:lvl3pPr>
            <a:lvl4pPr>
              <a:defRPr sz="1201"/>
            </a:lvl4pPr>
            <a:lvl5pPr>
              <a:defRPr sz="1201"/>
            </a:lvl5pPr>
          </a:lstStyle>
          <a:p>
            <a:pPr lvl="0"/>
            <a:r>
              <a:rPr lang="de-DE" dirty="0"/>
              <a:t>Zusatzinformationen (Quellen, Partner)</a:t>
            </a:r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706C9FA-149F-4DAE-AF20-EF8E17C1211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666875" y="12387263"/>
            <a:ext cx="13056938" cy="11321255"/>
          </a:xfrm>
          <a:noFill/>
        </p:spPr>
        <p:txBody>
          <a:bodyPr lIns="396000" tIns="396000" rIns="396000" bIns="540000"/>
          <a:lstStyle>
            <a:lvl1pPr>
              <a:defRPr sz="2503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28" name="Textplatzhalter 2">
            <a:extLst>
              <a:ext uri="{FF2B5EF4-FFF2-40B4-BE49-F238E27FC236}">
                <a16:creationId xmlns:a16="http://schemas.microsoft.com/office/drawing/2014/main" id="{9370CD26-6711-4F79-98CC-7C1A4D01E5D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5529863" y="22298204"/>
            <a:ext cx="13094106" cy="15739904"/>
          </a:xfrm>
        </p:spPr>
        <p:txBody>
          <a:bodyPr lIns="396000" tIns="396000" rIns="396000" bIns="540000"/>
          <a:lstStyle>
            <a:lvl1pPr>
              <a:defRPr sz="2503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37" name="Textplatzhalter 15">
            <a:extLst>
              <a:ext uri="{FF2B5EF4-FFF2-40B4-BE49-F238E27FC236}">
                <a16:creationId xmlns:a16="http://schemas.microsoft.com/office/drawing/2014/main" id="{3BA6E808-80EA-4335-8446-E8856FB78EA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691735" y="24366835"/>
            <a:ext cx="13032078" cy="1042988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4404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39" name="Textplatzhalter 2">
            <a:extLst>
              <a:ext uri="{FF2B5EF4-FFF2-40B4-BE49-F238E27FC236}">
                <a16:creationId xmlns:a16="http://schemas.microsoft.com/office/drawing/2014/main" id="{D2D870DD-C02B-41C5-9BDB-226A0B8E33F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691735" y="25413088"/>
            <a:ext cx="13032078" cy="12625019"/>
          </a:xfrm>
          <a:noFill/>
        </p:spPr>
        <p:txBody>
          <a:bodyPr lIns="396000" tIns="396000" rIns="396000" bIns="540000"/>
          <a:lstStyle>
            <a:lvl1pPr>
              <a:defRPr sz="2503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68776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143" userDrawn="1">
          <p15:clr>
            <a:srgbClr val="5ACBF0"/>
          </p15:clr>
        </p15:guide>
        <p15:guide id="2" pos="6387" userDrawn="1">
          <p15:clr>
            <a:srgbClr val="5ACBF0"/>
          </p15:clr>
        </p15:guide>
        <p15:guide id="3" pos="6888" userDrawn="1">
          <p15:clr>
            <a:srgbClr val="5ACBF0"/>
          </p15:clr>
        </p15:guide>
        <p15:guide id="5" pos="12682" userDrawn="1">
          <p15:clr>
            <a:srgbClr val="5ACBF0"/>
          </p15:clr>
        </p15:guide>
        <p15:guide id="6" orient="horz" pos="23942" userDrawn="1">
          <p15:clr>
            <a:srgbClr val="5ACBF0"/>
          </p15:clr>
        </p15:guide>
        <p15:guide id="7" orient="horz" pos="24279" userDrawn="1">
          <p15:clr>
            <a:srgbClr val="9FCC3B"/>
          </p15:clr>
        </p15:guide>
        <p15:guide id="8" orient="horz" pos="6533" userDrawn="1">
          <p15:clr>
            <a:srgbClr val="5ACBF0"/>
          </p15:clr>
        </p15:guide>
        <p15:guide id="12" pos="12223" userDrawn="1">
          <p15:clr>
            <a:srgbClr val="5ACBF0"/>
          </p15:clr>
        </p15:guide>
        <p15:guide id="13" orient="horz" pos="24572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.emf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16073" y="1656000"/>
            <a:ext cx="3144888" cy="1656000"/>
          </a:xfrm>
          <a:prstGeom prst="rect">
            <a:avLst/>
          </a:prstGeom>
        </p:spPr>
      </p:pic>
      <p:sp>
        <p:nvSpPr>
          <p:cNvPr id="17" name="Titelplatzhalter 1">
            <a:extLst>
              <a:ext uri="{FF2B5EF4-FFF2-40B4-BE49-F238E27FC236}">
                <a16:creationId xmlns:a16="http://schemas.microsoft.com/office/drawing/2014/main" id="{B59DA73A-4B0C-4569-BCA8-855153F424CA}"/>
              </a:ext>
            </a:extLst>
          </p:cNvPr>
          <p:cNvSpPr txBox="1">
            <a:spLocks/>
          </p:cNvSpPr>
          <p:nvPr userDrawn="1"/>
        </p:nvSpPr>
        <p:spPr>
          <a:xfrm>
            <a:off x="1632362" y="2809531"/>
            <a:ext cx="22181234" cy="629819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pPr marL="0" marR="0" lvl="0" indent="0" algn="l" defTabSz="4180607" rtl="0" eaLnBrk="1" fontAlgn="auto" latinLnBrk="0" hangingPunct="1">
              <a:lnSpc>
                <a:spcPts val="5005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4354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/>
                <a:ea typeface="+mj-ea"/>
                <a:cs typeface="Arial" pitchFamily="34" charset="0"/>
              </a:rPr>
              <a:t>Technische Universität München</a:t>
            </a:r>
            <a:endParaRPr kumimoji="0" lang="de-DE" sz="4354" b="0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</p:txBody>
      </p:sp>
      <p:sp>
        <p:nvSpPr>
          <p:cNvPr id="23" name="Fußzeilenplatzhalter 4">
            <a:extLst>
              <a:ext uri="{FF2B5EF4-FFF2-40B4-BE49-F238E27FC236}">
                <a16:creationId xmlns:a16="http://schemas.microsoft.com/office/drawing/2014/main" id="{6020E99E-2EB0-4511-AE50-6105E7451F0A}"/>
              </a:ext>
            </a:extLst>
          </p:cNvPr>
          <p:cNvSpPr txBox="1">
            <a:spLocks/>
          </p:cNvSpPr>
          <p:nvPr userDrawn="1"/>
        </p:nvSpPr>
        <p:spPr>
          <a:xfrm>
            <a:off x="1677476" y="39037560"/>
            <a:ext cx="13122735" cy="2111753"/>
          </a:xfrm>
          <a:prstGeom prst="rect">
            <a:avLst/>
          </a:prstGeom>
          <a:ln w="60960">
            <a:solidFill>
              <a:schemeClr val="bg1">
                <a:lumMod val="65000"/>
              </a:schemeClr>
            </a:solidFill>
          </a:ln>
        </p:spPr>
        <p:txBody>
          <a:bodyPr lIns="396415" tIns="432453" rIns="396415" bIns="432453"/>
          <a:lstStyle>
            <a:defPPr>
              <a:defRPr lang="de-DE"/>
            </a:defPPr>
            <a:lvl1pPr marL="0" algn="l" defTabSz="4176431" rtl="0" eaLnBrk="1" latinLnBrk="0" hangingPunct="1"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88215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76431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64646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52861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441076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529292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617507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705722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201" dirty="0"/>
              <a:t>Technische Universität München</a:t>
            </a:r>
          </a:p>
          <a:p>
            <a:r>
              <a:rPr lang="de-DE" sz="1201" b="0" dirty="0"/>
              <a:t>TUM School </a:t>
            </a:r>
            <a:r>
              <a:rPr lang="de-DE" sz="1201" b="0" dirty="0" err="1"/>
              <a:t>of</a:t>
            </a:r>
            <a:r>
              <a:rPr lang="de-DE" sz="1201" b="0" dirty="0"/>
              <a:t> Mustertechnik</a:t>
            </a:r>
          </a:p>
          <a:p>
            <a:r>
              <a:rPr lang="de-DE" sz="1201" b="0" dirty="0"/>
              <a:t>Lehrstuhl für Musterverfahren</a:t>
            </a:r>
          </a:p>
          <a:p>
            <a:endParaRPr lang="de-DE" sz="1201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5700D273-0B1F-4868-A86A-9B938192B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2362" y="10459047"/>
            <a:ext cx="26144935" cy="27162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4" r:id="rId3"/>
    <p:sldLayoutId id="2147483656" r:id="rId4"/>
  </p:sldLayoutIdLst>
  <p:hf sldNum="0" hdr="0" dt="0"/>
  <p:txStyles>
    <p:titleStyle>
      <a:lvl1pPr algn="l" defTabSz="4180607" rtl="0" eaLnBrk="1" latinLnBrk="0" hangingPunct="1">
        <a:spcBef>
          <a:spcPct val="0"/>
        </a:spcBef>
        <a:buNone/>
        <a:defRPr lang="de-DE" sz="9409" kern="1200" baseline="0" smtClean="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0" indent="0" algn="l" defTabSz="4180607" rtl="0" eaLnBrk="1" latinLnBrk="0" hangingPunct="1">
        <a:spcBef>
          <a:spcPct val="20000"/>
        </a:spcBef>
        <a:buFont typeface="Arial" pitchFamily="34" charset="0"/>
        <a:buNone/>
        <a:defRPr sz="5405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3396743" indent="-1306440" algn="l" defTabSz="4180607" rtl="0" eaLnBrk="1" latinLnBrk="0" hangingPunct="1">
        <a:spcBef>
          <a:spcPct val="20000"/>
        </a:spcBef>
        <a:buFont typeface="Arial" pitchFamily="34" charset="0"/>
        <a:buChar char="–"/>
        <a:defRPr sz="5405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5225759" indent="-1045152" algn="l" defTabSz="4180607" rtl="0" eaLnBrk="1" latinLnBrk="0" hangingPunct="1">
        <a:spcBef>
          <a:spcPct val="20000"/>
        </a:spcBef>
        <a:buFont typeface="Arial" pitchFamily="34" charset="0"/>
        <a:buChar char="•"/>
        <a:defRPr sz="5405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7316062" indent="-1045152" algn="l" defTabSz="4180607" rtl="0" eaLnBrk="1" latinLnBrk="0" hangingPunct="1">
        <a:spcBef>
          <a:spcPct val="20000"/>
        </a:spcBef>
        <a:buFont typeface="Arial" pitchFamily="34" charset="0"/>
        <a:buChar char="–"/>
        <a:defRPr sz="5405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9406366" indent="-1045152" algn="l" defTabSz="4180607" rtl="0" eaLnBrk="1" latinLnBrk="0" hangingPunct="1">
        <a:spcBef>
          <a:spcPct val="20000"/>
        </a:spcBef>
        <a:buFont typeface="Arial" pitchFamily="34" charset="0"/>
        <a:buChar char="»"/>
        <a:defRPr sz="5405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11496669" indent="-1045152" algn="l" defTabSz="4180607" rtl="0" eaLnBrk="1" latinLnBrk="0" hangingPunct="1">
        <a:spcBef>
          <a:spcPct val="20000"/>
        </a:spcBef>
        <a:buFont typeface="Arial" pitchFamily="34" charset="0"/>
        <a:buChar char="•"/>
        <a:defRPr sz="9109" kern="1200">
          <a:solidFill>
            <a:schemeClr val="tx1"/>
          </a:solidFill>
          <a:latin typeface="+mn-lt"/>
          <a:ea typeface="+mn-ea"/>
          <a:cs typeface="+mn-cs"/>
        </a:defRPr>
      </a:lvl6pPr>
      <a:lvl7pPr marL="13586972" indent="-1045152" algn="l" defTabSz="4180607" rtl="0" eaLnBrk="1" latinLnBrk="0" hangingPunct="1">
        <a:spcBef>
          <a:spcPct val="20000"/>
        </a:spcBef>
        <a:buFont typeface="Arial" pitchFamily="34" charset="0"/>
        <a:buChar char="•"/>
        <a:defRPr sz="9109" kern="1200">
          <a:solidFill>
            <a:schemeClr val="tx1"/>
          </a:solidFill>
          <a:latin typeface="+mn-lt"/>
          <a:ea typeface="+mn-ea"/>
          <a:cs typeface="+mn-cs"/>
        </a:defRPr>
      </a:lvl7pPr>
      <a:lvl8pPr marL="15677277" indent="-1045152" algn="l" defTabSz="4180607" rtl="0" eaLnBrk="1" latinLnBrk="0" hangingPunct="1">
        <a:spcBef>
          <a:spcPct val="20000"/>
        </a:spcBef>
        <a:buFont typeface="Arial" pitchFamily="34" charset="0"/>
        <a:buChar char="•"/>
        <a:defRPr sz="9109" kern="1200">
          <a:solidFill>
            <a:schemeClr val="tx1"/>
          </a:solidFill>
          <a:latin typeface="+mn-lt"/>
          <a:ea typeface="+mn-ea"/>
          <a:cs typeface="+mn-cs"/>
        </a:defRPr>
      </a:lvl8pPr>
      <a:lvl9pPr marL="17767580" indent="-1045152" algn="l" defTabSz="4180607" rtl="0" eaLnBrk="1" latinLnBrk="0" hangingPunct="1">
        <a:spcBef>
          <a:spcPct val="20000"/>
        </a:spcBef>
        <a:buFont typeface="Arial" pitchFamily="34" charset="0"/>
        <a:buChar char="•"/>
        <a:defRPr sz="91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180607" rtl="0" eaLnBrk="1" latinLnBrk="0" hangingPunct="1">
        <a:defRPr sz="8208" kern="1200">
          <a:solidFill>
            <a:schemeClr val="tx1"/>
          </a:solidFill>
          <a:latin typeface="+mn-lt"/>
          <a:ea typeface="+mn-ea"/>
          <a:cs typeface="+mn-cs"/>
        </a:defRPr>
      </a:lvl1pPr>
      <a:lvl2pPr marL="2090303" algn="l" defTabSz="4180607" rtl="0" eaLnBrk="1" latinLnBrk="0" hangingPunct="1">
        <a:defRPr sz="8208" kern="1200">
          <a:solidFill>
            <a:schemeClr val="tx1"/>
          </a:solidFill>
          <a:latin typeface="+mn-lt"/>
          <a:ea typeface="+mn-ea"/>
          <a:cs typeface="+mn-cs"/>
        </a:defRPr>
      </a:lvl2pPr>
      <a:lvl3pPr marL="4180607" algn="l" defTabSz="4180607" rtl="0" eaLnBrk="1" latinLnBrk="0" hangingPunct="1">
        <a:defRPr sz="8208" kern="1200">
          <a:solidFill>
            <a:schemeClr val="tx1"/>
          </a:solidFill>
          <a:latin typeface="+mn-lt"/>
          <a:ea typeface="+mn-ea"/>
          <a:cs typeface="+mn-cs"/>
        </a:defRPr>
      </a:lvl3pPr>
      <a:lvl4pPr marL="6270911" algn="l" defTabSz="4180607" rtl="0" eaLnBrk="1" latinLnBrk="0" hangingPunct="1">
        <a:defRPr sz="8208" kern="1200">
          <a:solidFill>
            <a:schemeClr val="tx1"/>
          </a:solidFill>
          <a:latin typeface="+mn-lt"/>
          <a:ea typeface="+mn-ea"/>
          <a:cs typeface="+mn-cs"/>
        </a:defRPr>
      </a:lvl4pPr>
      <a:lvl5pPr marL="8361214" algn="l" defTabSz="4180607" rtl="0" eaLnBrk="1" latinLnBrk="0" hangingPunct="1">
        <a:defRPr sz="8208" kern="1200">
          <a:solidFill>
            <a:schemeClr val="tx1"/>
          </a:solidFill>
          <a:latin typeface="+mn-lt"/>
          <a:ea typeface="+mn-ea"/>
          <a:cs typeface="+mn-cs"/>
        </a:defRPr>
      </a:lvl5pPr>
      <a:lvl6pPr marL="10451517" algn="l" defTabSz="4180607" rtl="0" eaLnBrk="1" latinLnBrk="0" hangingPunct="1">
        <a:defRPr sz="8208" kern="1200">
          <a:solidFill>
            <a:schemeClr val="tx1"/>
          </a:solidFill>
          <a:latin typeface="+mn-lt"/>
          <a:ea typeface="+mn-ea"/>
          <a:cs typeface="+mn-cs"/>
        </a:defRPr>
      </a:lvl6pPr>
      <a:lvl7pPr marL="12541821" algn="l" defTabSz="4180607" rtl="0" eaLnBrk="1" latinLnBrk="0" hangingPunct="1">
        <a:defRPr sz="8208" kern="1200">
          <a:solidFill>
            <a:schemeClr val="tx1"/>
          </a:solidFill>
          <a:latin typeface="+mn-lt"/>
          <a:ea typeface="+mn-ea"/>
          <a:cs typeface="+mn-cs"/>
        </a:defRPr>
      </a:lvl7pPr>
      <a:lvl8pPr marL="14632125" algn="l" defTabSz="4180607" rtl="0" eaLnBrk="1" latinLnBrk="0" hangingPunct="1">
        <a:defRPr sz="8208" kern="1200">
          <a:solidFill>
            <a:schemeClr val="tx1"/>
          </a:solidFill>
          <a:latin typeface="+mn-lt"/>
          <a:ea typeface="+mn-ea"/>
          <a:cs typeface="+mn-cs"/>
        </a:defRPr>
      </a:lvl8pPr>
      <a:lvl9pPr marL="16722428" algn="l" defTabSz="4180607" rtl="0" eaLnBrk="1" latinLnBrk="0" hangingPunct="1">
        <a:defRPr sz="820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43" userDrawn="1">
          <p15:clr>
            <a:srgbClr val="F26B43"/>
          </p15:clr>
        </p15:guide>
        <p15:guide id="2" orient="horz" pos="2087" userDrawn="1">
          <p15:clr>
            <a:srgbClr val="F26B43"/>
          </p15:clr>
        </p15:guide>
        <p15:guide id="3" pos="1044" userDrawn="1">
          <p15:clr>
            <a:srgbClr val="F26B43"/>
          </p15:clr>
        </p15:guide>
        <p15:guide id="4" orient="horz" pos="2877" userDrawn="1">
          <p15:clr>
            <a:srgbClr val="F26B43"/>
          </p15:clr>
        </p15:guide>
        <p15:guide id="5" pos="18052" userDrawn="1">
          <p15:clr>
            <a:srgbClr val="F26B43"/>
          </p15:clr>
        </p15:guide>
        <p15:guide id="6" orient="horz" pos="25941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Bild 6" descr="20150416 tum logo blau png final.png">
            <a:extLst>
              <a:ext uri="{FF2B5EF4-FFF2-40B4-BE49-F238E27FC236}">
                <a16:creationId xmlns:a16="http://schemas.microsoft.com/office/drawing/2014/main" id="{90D3CF34-B41C-434C-A6E1-96043BE8B45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512713" y="1652319"/>
            <a:ext cx="3148247" cy="1681942"/>
          </a:xfrm>
          <a:prstGeom prst="rect">
            <a:avLst/>
          </a:prstGeom>
        </p:spPr>
      </p:pic>
      <p:sp>
        <p:nvSpPr>
          <p:cNvPr id="17" name="Titelplatzhalter 1">
            <a:extLst>
              <a:ext uri="{FF2B5EF4-FFF2-40B4-BE49-F238E27FC236}">
                <a16:creationId xmlns:a16="http://schemas.microsoft.com/office/drawing/2014/main" id="{B59DA73A-4B0C-4569-BCA8-855153F424CA}"/>
              </a:ext>
            </a:extLst>
          </p:cNvPr>
          <p:cNvSpPr txBox="1">
            <a:spLocks/>
          </p:cNvSpPr>
          <p:nvPr userDrawn="1"/>
        </p:nvSpPr>
        <p:spPr>
          <a:xfrm>
            <a:off x="1632362" y="2809531"/>
            <a:ext cx="22181234" cy="629819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pPr marL="0" marR="0" lvl="0" indent="0" algn="l" defTabSz="4180607" rtl="0" eaLnBrk="1" fontAlgn="auto" latinLnBrk="0" hangingPunct="1">
              <a:lnSpc>
                <a:spcPts val="5005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4354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j-ea"/>
                <a:cs typeface="Arial" pitchFamily="34" charset="0"/>
              </a:rPr>
              <a:t>Technische Universität München</a:t>
            </a:r>
            <a:endParaRPr kumimoji="0" lang="de-DE" sz="4354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</p:txBody>
      </p:sp>
      <p:sp>
        <p:nvSpPr>
          <p:cNvPr id="23" name="Fußzeilenplatzhalter 4">
            <a:extLst>
              <a:ext uri="{FF2B5EF4-FFF2-40B4-BE49-F238E27FC236}">
                <a16:creationId xmlns:a16="http://schemas.microsoft.com/office/drawing/2014/main" id="{6020E99E-2EB0-4511-AE50-6105E7451F0A}"/>
              </a:ext>
            </a:extLst>
          </p:cNvPr>
          <p:cNvSpPr txBox="1">
            <a:spLocks/>
          </p:cNvSpPr>
          <p:nvPr userDrawn="1"/>
        </p:nvSpPr>
        <p:spPr>
          <a:xfrm>
            <a:off x="1677476" y="39037560"/>
            <a:ext cx="13122735" cy="2111753"/>
          </a:xfrm>
          <a:prstGeom prst="rect">
            <a:avLst/>
          </a:prstGeom>
          <a:solidFill>
            <a:schemeClr val="bg1"/>
          </a:solidFill>
          <a:ln w="60960">
            <a:noFill/>
          </a:ln>
        </p:spPr>
        <p:txBody>
          <a:bodyPr lIns="396415" tIns="432453" rIns="396415" bIns="432453"/>
          <a:lstStyle>
            <a:defPPr>
              <a:defRPr lang="de-DE"/>
            </a:defPPr>
            <a:lvl1pPr marL="0" algn="l" defTabSz="4176431" rtl="0" eaLnBrk="1" latinLnBrk="0" hangingPunct="1"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88215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76431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64646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52861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441076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529292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617507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705722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201" dirty="0"/>
              <a:t>Technische Universität München</a:t>
            </a:r>
          </a:p>
          <a:p>
            <a:r>
              <a:rPr lang="de-DE" sz="1201" b="0" dirty="0"/>
              <a:t>TUM School </a:t>
            </a:r>
            <a:r>
              <a:rPr lang="de-DE" sz="1201" b="0" dirty="0" err="1"/>
              <a:t>of</a:t>
            </a:r>
            <a:r>
              <a:rPr lang="de-DE" sz="1201" b="0" dirty="0"/>
              <a:t> Mustertechnik</a:t>
            </a:r>
          </a:p>
          <a:p>
            <a:r>
              <a:rPr lang="de-DE" sz="1201" b="0" dirty="0"/>
              <a:t>Lehrstuhl für Musterverfahren</a:t>
            </a:r>
          </a:p>
          <a:p>
            <a:endParaRPr lang="de-DE" sz="1201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5700D273-0B1F-4868-A86A-9B938192B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2362" y="10459047"/>
            <a:ext cx="26144935" cy="27162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1836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5" r:id="rId2"/>
    <p:sldLayoutId id="2147483657" r:id="rId3"/>
  </p:sldLayoutIdLst>
  <p:hf sldNum="0" hdr="0" dt="0"/>
  <p:txStyles>
    <p:titleStyle>
      <a:lvl1pPr algn="l" defTabSz="4180607" rtl="0" eaLnBrk="1" latinLnBrk="0" hangingPunct="1">
        <a:spcBef>
          <a:spcPct val="0"/>
        </a:spcBef>
        <a:buNone/>
        <a:defRPr lang="de-DE" sz="9409" kern="1200" baseline="0" smtClean="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0" indent="0" algn="l" defTabSz="4180607" rtl="0" eaLnBrk="1" latinLnBrk="0" hangingPunct="1">
        <a:spcBef>
          <a:spcPct val="20000"/>
        </a:spcBef>
        <a:buFont typeface="Arial" pitchFamily="34" charset="0"/>
        <a:buNone/>
        <a:defRPr sz="5405" kern="1200">
          <a:solidFill>
            <a:schemeClr val="bg1"/>
          </a:solidFill>
          <a:latin typeface="Arial" pitchFamily="34" charset="0"/>
          <a:ea typeface="+mn-ea"/>
          <a:cs typeface="Arial" pitchFamily="34" charset="0"/>
        </a:defRPr>
      </a:lvl1pPr>
      <a:lvl2pPr marL="3396743" indent="-1306440" algn="l" defTabSz="4180607" rtl="0" eaLnBrk="1" latinLnBrk="0" hangingPunct="1">
        <a:spcBef>
          <a:spcPct val="20000"/>
        </a:spcBef>
        <a:buFont typeface="Arial" pitchFamily="34" charset="0"/>
        <a:buChar char="–"/>
        <a:defRPr sz="5405" kern="1200">
          <a:solidFill>
            <a:schemeClr val="bg1"/>
          </a:solidFill>
          <a:latin typeface="Arial" pitchFamily="34" charset="0"/>
          <a:ea typeface="+mn-ea"/>
          <a:cs typeface="Arial" pitchFamily="34" charset="0"/>
        </a:defRPr>
      </a:lvl2pPr>
      <a:lvl3pPr marL="5225759" indent="-1045152" algn="l" defTabSz="4180607" rtl="0" eaLnBrk="1" latinLnBrk="0" hangingPunct="1">
        <a:spcBef>
          <a:spcPct val="20000"/>
        </a:spcBef>
        <a:buFont typeface="Arial" pitchFamily="34" charset="0"/>
        <a:buChar char="•"/>
        <a:defRPr sz="5405" kern="1200">
          <a:solidFill>
            <a:schemeClr val="bg1"/>
          </a:solidFill>
          <a:latin typeface="Arial" pitchFamily="34" charset="0"/>
          <a:ea typeface="+mn-ea"/>
          <a:cs typeface="Arial" pitchFamily="34" charset="0"/>
        </a:defRPr>
      </a:lvl3pPr>
      <a:lvl4pPr marL="7316062" indent="-1045152" algn="l" defTabSz="4180607" rtl="0" eaLnBrk="1" latinLnBrk="0" hangingPunct="1">
        <a:spcBef>
          <a:spcPct val="20000"/>
        </a:spcBef>
        <a:buFont typeface="Arial" pitchFamily="34" charset="0"/>
        <a:buChar char="–"/>
        <a:defRPr sz="5405" kern="1200">
          <a:solidFill>
            <a:schemeClr val="bg1"/>
          </a:solidFill>
          <a:latin typeface="Arial" pitchFamily="34" charset="0"/>
          <a:ea typeface="+mn-ea"/>
          <a:cs typeface="Arial" pitchFamily="34" charset="0"/>
        </a:defRPr>
      </a:lvl4pPr>
      <a:lvl5pPr marL="9406366" indent="-1045152" algn="l" defTabSz="4180607" rtl="0" eaLnBrk="1" latinLnBrk="0" hangingPunct="1">
        <a:spcBef>
          <a:spcPct val="20000"/>
        </a:spcBef>
        <a:buFont typeface="Arial" pitchFamily="34" charset="0"/>
        <a:buChar char="»"/>
        <a:defRPr sz="5405" kern="1200">
          <a:solidFill>
            <a:schemeClr val="bg1"/>
          </a:solidFill>
          <a:latin typeface="Arial" pitchFamily="34" charset="0"/>
          <a:ea typeface="+mn-ea"/>
          <a:cs typeface="Arial" pitchFamily="34" charset="0"/>
        </a:defRPr>
      </a:lvl5pPr>
      <a:lvl6pPr marL="11496669" indent="-1045152" algn="l" defTabSz="4180607" rtl="0" eaLnBrk="1" latinLnBrk="0" hangingPunct="1">
        <a:spcBef>
          <a:spcPct val="20000"/>
        </a:spcBef>
        <a:buFont typeface="Arial" pitchFamily="34" charset="0"/>
        <a:buChar char="•"/>
        <a:defRPr sz="9109" kern="1200">
          <a:solidFill>
            <a:schemeClr val="tx1"/>
          </a:solidFill>
          <a:latin typeface="+mn-lt"/>
          <a:ea typeface="+mn-ea"/>
          <a:cs typeface="+mn-cs"/>
        </a:defRPr>
      </a:lvl6pPr>
      <a:lvl7pPr marL="13586972" indent="-1045152" algn="l" defTabSz="4180607" rtl="0" eaLnBrk="1" latinLnBrk="0" hangingPunct="1">
        <a:spcBef>
          <a:spcPct val="20000"/>
        </a:spcBef>
        <a:buFont typeface="Arial" pitchFamily="34" charset="0"/>
        <a:buChar char="•"/>
        <a:defRPr sz="9109" kern="1200">
          <a:solidFill>
            <a:schemeClr val="tx1"/>
          </a:solidFill>
          <a:latin typeface="+mn-lt"/>
          <a:ea typeface="+mn-ea"/>
          <a:cs typeface="+mn-cs"/>
        </a:defRPr>
      </a:lvl7pPr>
      <a:lvl8pPr marL="15677277" indent="-1045152" algn="l" defTabSz="4180607" rtl="0" eaLnBrk="1" latinLnBrk="0" hangingPunct="1">
        <a:spcBef>
          <a:spcPct val="20000"/>
        </a:spcBef>
        <a:buFont typeface="Arial" pitchFamily="34" charset="0"/>
        <a:buChar char="•"/>
        <a:defRPr sz="9109" kern="1200">
          <a:solidFill>
            <a:schemeClr val="tx1"/>
          </a:solidFill>
          <a:latin typeface="+mn-lt"/>
          <a:ea typeface="+mn-ea"/>
          <a:cs typeface="+mn-cs"/>
        </a:defRPr>
      </a:lvl8pPr>
      <a:lvl9pPr marL="17767580" indent="-1045152" algn="l" defTabSz="4180607" rtl="0" eaLnBrk="1" latinLnBrk="0" hangingPunct="1">
        <a:spcBef>
          <a:spcPct val="20000"/>
        </a:spcBef>
        <a:buFont typeface="Arial" pitchFamily="34" charset="0"/>
        <a:buChar char="•"/>
        <a:defRPr sz="91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180607" rtl="0" eaLnBrk="1" latinLnBrk="0" hangingPunct="1">
        <a:defRPr sz="8208" kern="1200">
          <a:solidFill>
            <a:schemeClr val="tx1"/>
          </a:solidFill>
          <a:latin typeface="+mn-lt"/>
          <a:ea typeface="+mn-ea"/>
          <a:cs typeface="+mn-cs"/>
        </a:defRPr>
      </a:lvl1pPr>
      <a:lvl2pPr marL="2090303" algn="l" defTabSz="4180607" rtl="0" eaLnBrk="1" latinLnBrk="0" hangingPunct="1">
        <a:defRPr sz="8208" kern="1200">
          <a:solidFill>
            <a:schemeClr val="tx1"/>
          </a:solidFill>
          <a:latin typeface="+mn-lt"/>
          <a:ea typeface="+mn-ea"/>
          <a:cs typeface="+mn-cs"/>
        </a:defRPr>
      </a:lvl2pPr>
      <a:lvl3pPr marL="4180607" algn="l" defTabSz="4180607" rtl="0" eaLnBrk="1" latinLnBrk="0" hangingPunct="1">
        <a:defRPr sz="8208" kern="1200">
          <a:solidFill>
            <a:schemeClr val="tx1"/>
          </a:solidFill>
          <a:latin typeface="+mn-lt"/>
          <a:ea typeface="+mn-ea"/>
          <a:cs typeface="+mn-cs"/>
        </a:defRPr>
      </a:lvl3pPr>
      <a:lvl4pPr marL="6270911" algn="l" defTabSz="4180607" rtl="0" eaLnBrk="1" latinLnBrk="0" hangingPunct="1">
        <a:defRPr sz="8208" kern="1200">
          <a:solidFill>
            <a:schemeClr val="tx1"/>
          </a:solidFill>
          <a:latin typeface="+mn-lt"/>
          <a:ea typeface="+mn-ea"/>
          <a:cs typeface="+mn-cs"/>
        </a:defRPr>
      </a:lvl4pPr>
      <a:lvl5pPr marL="8361214" algn="l" defTabSz="4180607" rtl="0" eaLnBrk="1" latinLnBrk="0" hangingPunct="1">
        <a:defRPr sz="8208" kern="1200">
          <a:solidFill>
            <a:schemeClr val="tx1"/>
          </a:solidFill>
          <a:latin typeface="+mn-lt"/>
          <a:ea typeface="+mn-ea"/>
          <a:cs typeface="+mn-cs"/>
        </a:defRPr>
      </a:lvl5pPr>
      <a:lvl6pPr marL="10451517" algn="l" defTabSz="4180607" rtl="0" eaLnBrk="1" latinLnBrk="0" hangingPunct="1">
        <a:defRPr sz="8208" kern="1200">
          <a:solidFill>
            <a:schemeClr val="tx1"/>
          </a:solidFill>
          <a:latin typeface="+mn-lt"/>
          <a:ea typeface="+mn-ea"/>
          <a:cs typeface="+mn-cs"/>
        </a:defRPr>
      </a:lvl6pPr>
      <a:lvl7pPr marL="12541821" algn="l" defTabSz="4180607" rtl="0" eaLnBrk="1" latinLnBrk="0" hangingPunct="1">
        <a:defRPr sz="8208" kern="1200">
          <a:solidFill>
            <a:schemeClr val="tx1"/>
          </a:solidFill>
          <a:latin typeface="+mn-lt"/>
          <a:ea typeface="+mn-ea"/>
          <a:cs typeface="+mn-cs"/>
        </a:defRPr>
      </a:lvl7pPr>
      <a:lvl8pPr marL="14632125" algn="l" defTabSz="4180607" rtl="0" eaLnBrk="1" latinLnBrk="0" hangingPunct="1">
        <a:defRPr sz="8208" kern="1200">
          <a:solidFill>
            <a:schemeClr val="tx1"/>
          </a:solidFill>
          <a:latin typeface="+mn-lt"/>
          <a:ea typeface="+mn-ea"/>
          <a:cs typeface="+mn-cs"/>
        </a:defRPr>
      </a:lvl8pPr>
      <a:lvl9pPr marL="16722428" algn="l" defTabSz="4180607" rtl="0" eaLnBrk="1" latinLnBrk="0" hangingPunct="1">
        <a:defRPr sz="820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43" userDrawn="1">
          <p15:clr>
            <a:srgbClr val="F26B43"/>
          </p15:clr>
        </p15:guide>
        <p15:guide id="2" orient="horz" pos="2087" userDrawn="1">
          <p15:clr>
            <a:srgbClr val="F26B43"/>
          </p15:clr>
        </p15:guide>
        <p15:guide id="3" pos="1044" userDrawn="1">
          <p15:clr>
            <a:srgbClr val="F26B43"/>
          </p15:clr>
        </p15:guide>
        <p15:guide id="4" orient="horz" pos="2877" userDrawn="1">
          <p15:clr>
            <a:srgbClr val="F26B43"/>
          </p15:clr>
        </p15:guide>
        <p15:guide id="5" pos="18052" userDrawn="1">
          <p15:clr>
            <a:srgbClr val="F26B43"/>
          </p15:clr>
        </p15:guide>
        <p15:guide id="6" orient="horz" pos="2594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emf"/><Relationship Id="rId7" Type="http://schemas.openxmlformats.org/officeDocument/2006/relationships/image" Target="../media/image7.png"/><Relationship Id="rId2" Type="http://schemas.openxmlformats.org/officeDocument/2006/relationships/hyperlink" Target="https://tscnlab.org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1303ABA-52A3-4956-A24F-8A7BE0F2977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692467" y="5771321"/>
            <a:ext cx="26926790" cy="5182517"/>
          </a:xfrm>
        </p:spPr>
        <p:txBody>
          <a:bodyPr>
            <a:noAutofit/>
          </a:bodyPr>
          <a:lstStyle/>
          <a:p>
            <a:pPr algn="ctr"/>
            <a:r>
              <a:rPr lang="pt-PT" b="1" dirty="0"/>
              <a:t>Student Project / Thesis</a:t>
            </a:r>
          </a:p>
          <a:p>
            <a:pPr algn="ctr"/>
            <a:r>
              <a:rPr lang="pt-PT" dirty="0">
                <a:highlight>
                  <a:srgbClr val="FFFF00"/>
                </a:highlight>
              </a:rPr>
              <a:t>[TITLE]</a:t>
            </a:r>
            <a:endParaRPr lang="de-DE" dirty="0">
              <a:highlight>
                <a:srgbClr val="FFFF00"/>
              </a:highlight>
            </a:endParaRP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8593141-090C-43F7-A695-48E0B96C5F7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705457" y="11723869"/>
            <a:ext cx="27526947" cy="29276123"/>
          </a:xfrm>
        </p:spPr>
        <p:txBody>
          <a:bodyPr>
            <a:normAutofit/>
          </a:bodyPr>
          <a:lstStyle/>
          <a:p>
            <a:r>
              <a:rPr lang="pt-PT" sz="5000" dirty="0">
                <a:solidFill>
                  <a:schemeClr val="bg1">
                    <a:lumMod val="50000"/>
                  </a:schemeClr>
                </a:solidFill>
                <a:highlight>
                  <a:srgbClr val="FFFF00"/>
                </a:highlight>
              </a:rPr>
              <a:t>[FIELDS OF STUDY] </a:t>
            </a:r>
            <a:endParaRPr lang="pt-PT" sz="5000" b="1" dirty="0">
              <a:solidFill>
                <a:schemeClr val="bg1">
                  <a:lumMod val="50000"/>
                </a:schemeClr>
              </a:solidFill>
              <a:highlight>
                <a:srgbClr val="FFFF00"/>
              </a:highlight>
            </a:endParaRPr>
          </a:p>
          <a:p>
            <a:r>
              <a:rPr lang="pt-PT" sz="5000" dirty="0"/>
              <a:t>Are you looking for an exciting topic for your Bachelor’s / Master’s Thesis or course project? </a:t>
            </a:r>
          </a:p>
          <a:p>
            <a:r>
              <a:rPr lang="pt-PT" sz="5000" dirty="0"/>
              <a:t>Are you interested in </a:t>
            </a:r>
            <a:r>
              <a:rPr lang="pt-PT" sz="5000" dirty="0">
                <a:solidFill>
                  <a:schemeClr val="bg2"/>
                </a:solidFill>
                <a:highlight>
                  <a:srgbClr val="FFFF00"/>
                </a:highlight>
              </a:rPr>
              <a:t>[#MAINTOPICS]</a:t>
            </a:r>
            <a:r>
              <a:rPr lang="pt-PT" sz="5000" dirty="0"/>
              <a:t>?</a:t>
            </a:r>
          </a:p>
          <a:p>
            <a:endParaRPr lang="pt-PT" sz="5000" dirty="0"/>
          </a:p>
          <a:p>
            <a:r>
              <a:rPr lang="pt-PT" sz="5000" dirty="0"/>
              <a:t>Then join our project at the </a:t>
            </a:r>
            <a:r>
              <a:rPr lang="pt-PT" sz="5000" dirty="0">
                <a:highlight>
                  <a:srgbClr val="FFFF00"/>
                </a:highlight>
              </a:rPr>
              <a:t>[</a:t>
            </a:r>
            <a:r>
              <a:rPr lang="pt-PT" sz="5000" u="sng" dirty="0">
                <a:highlight>
                  <a:srgbClr val="FFFF00"/>
                </a:highlight>
              </a:rPr>
              <a:t>Chronobiology &amp; Health / Translational Sensory &amp; Circadian Neuroscience] </a:t>
            </a:r>
            <a:r>
              <a:rPr lang="pt-PT" sz="5000" u="sng" dirty="0"/>
              <a:t>Lab</a:t>
            </a:r>
            <a:r>
              <a:rPr lang="pt-PT" sz="5000" dirty="0"/>
              <a:t>! We are a young team at the </a:t>
            </a:r>
            <a:r>
              <a:rPr lang="pt-PT" sz="5000" dirty="0">
                <a:highlight>
                  <a:srgbClr val="FFFF00"/>
                </a:highlight>
              </a:rPr>
              <a:t>[TUM Faculty for Sports &amp; Health Sciences / Max Planck Institute for Biological Cybernetics]</a:t>
            </a:r>
            <a:r>
              <a:rPr lang="pt-PT" sz="5000" dirty="0"/>
              <a:t>, led by Prof. Dr. Manuel Spitschan, studying the effects of light on circadian and sleep health (</a:t>
            </a:r>
            <a:r>
              <a:rPr lang="en-GB" sz="5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hlinkClick r:id="rId2"/>
              </a:rPr>
              <a:t>https://</a:t>
            </a:r>
            <a:r>
              <a:rPr lang="en-GB" sz="5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hlinkClick r:id="rId2"/>
              </a:rPr>
              <a:t>tscnlab.org</a:t>
            </a:r>
            <a:r>
              <a:rPr lang="pt-PT" sz="5000" dirty="0">
                <a:solidFill>
                  <a:schemeClr val="tx1">
                    <a:lumMod val="50000"/>
                    <a:lumOff val="50000"/>
                  </a:schemeClr>
                </a:solidFill>
                <a:hlinkClick r:id="rId2"/>
              </a:rPr>
              <a:t>/</a:t>
            </a:r>
            <a:r>
              <a:rPr lang="pt-PT" sz="5000" dirty="0">
                <a:solidFill>
                  <a:schemeClr val="bg1">
                    <a:lumMod val="10000"/>
                  </a:schemeClr>
                </a:solidFill>
              </a:rPr>
              <a:t>).</a:t>
            </a:r>
          </a:p>
          <a:p>
            <a:endParaRPr lang="pt-PT" sz="5000" dirty="0">
              <a:solidFill>
                <a:schemeClr val="bg1">
                  <a:lumMod val="10000"/>
                </a:schemeClr>
              </a:solidFill>
            </a:endParaRPr>
          </a:p>
          <a:p>
            <a:endParaRPr lang="pt-PT" sz="5000" dirty="0"/>
          </a:p>
          <a:p>
            <a:r>
              <a:rPr lang="pt-PT" sz="5700" b="1" dirty="0" err="1"/>
              <a:t>What</a:t>
            </a:r>
            <a:r>
              <a:rPr lang="pt-PT" sz="5700" b="1" dirty="0"/>
              <a:t> is the project about?</a:t>
            </a:r>
          </a:p>
          <a:p>
            <a:r>
              <a:rPr lang="pt-PT" sz="5000" dirty="0">
                <a:highlight>
                  <a:srgbClr val="FFFF00"/>
                </a:highlight>
              </a:rPr>
              <a:t>[PROJECT DESCRIPTION, INCL. METHODS AND GOALS]</a:t>
            </a:r>
          </a:p>
          <a:p>
            <a:endParaRPr lang="pt-PT" sz="5000" dirty="0"/>
          </a:p>
          <a:p>
            <a:r>
              <a:rPr lang="pt-PT" sz="5700" b="1" dirty="0" err="1"/>
              <a:t>When</a:t>
            </a:r>
            <a:r>
              <a:rPr lang="pt-PT" sz="5700" b="1" dirty="0"/>
              <a:t> &amp; </a:t>
            </a:r>
            <a:r>
              <a:rPr lang="pt-PT" sz="5700" b="1" dirty="0" err="1"/>
              <a:t>where</a:t>
            </a:r>
            <a:r>
              <a:rPr lang="pt-PT" sz="5700" b="1" dirty="0"/>
              <a:t>?</a:t>
            </a:r>
          </a:p>
          <a:p>
            <a:r>
              <a:rPr lang="pt-PT" sz="5000" dirty="0">
                <a:highlight>
                  <a:srgbClr val="FFFF00"/>
                </a:highlight>
              </a:rPr>
              <a:t>[PROJECT PERIOD; DATA COLLECTION SITE]</a:t>
            </a:r>
          </a:p>
          <a:p>
            <a:endParaRPr lang="pt-PT" sz="5000" dirty="0"/>
          </a:p>
          <a:p>
            <a:r>
              <a:rPr lang="pt-PT" sz="5700" b="1" dirty="0" err="1"/>
              <a:t>What’s</a:t>
            </a:r>
            <a:r>
              <a:rPr lang="pt-PT" sz="5700" b="1" dirty="0"/>
              <a:t> in it for you?</a:t>
            </a:r>
          </a:p>
          <a:p>
            <a:r>
              <a:rPr lang="pt-PT" sz="5000" dirty="0"/>
              <a:t>By helping to </a:t>
            </a:r>
            <a:r>
              <a:rPr lang="pt-PT" sz="5000" dirty="0">
                <a:highlight>
                  <a:srgbClr val="FFFF00"/>
                </a:highlight>
              </a:rPr>
              <a:t>[...]</a:t>
            </a:r>
            <a:r>
              <a:rPr lang="pt-PT" sz="5000" dirty="0"/>
              <a:t>, you will learn how to </a:t>
            </a:r>
            <a:r>
              <a:rPr lang="pt-PT" sz="5000" dirty="0">
                <a:highlight>
                  <a:srgbClr val="FFFF00"/>
                </a:highlight>
              </a:rPr>
              <a:t>[...]</a:t>
            </a:r>
            <a:r>
              <a:rPr lang="pt-PT" sz="5000" dirty="0"/>
              <a:t>. You will contribute to a study on </a:t>
            </a:r>
            <a:r>
              <a:rPr lang="pt-PT" sz="5000" dirty="0">
                <a:highlight>
                  <a:srgbClr val="FFFF00"/>
                </a:highlight>
              </a:rPr>
              <a:t>[...]</a:t>
            </a:r>
            <a:r>
              <a:rPr lang="pt-PT" sz="5000" dirty="0"/>
              <a:t>, following Open Science practices.</a:t>
            </a:r>
          </a:p>
          <a:p>
            <a:r>
              <a:rPr lang="pt-PT" sz="5000" dirty="0"/>
              <a:t>We are flexible and happy to supervise you in line with your course timeframe and personal interests / skills. </a:t>
            </a:r>
          </a:p>
          <a:p>
            <a:endParaRPr lang="pt-PT" sz="5000" dirty="0"/>
          </a:p>
          <a:p>
            <a:endParaRPr lang="pt-PT" sz="5000" dirty="0"/>
          </a:p>
          <a:p>
            <a:r>
              <a:rPr lang="pt-PT" sz="5700" b="1" dirty="0" err="1"/>
              <a:t>Interested</a:t>
            </a:r>
            <a:r>
              <a:rPr lang="pt-PT" sz="5700" b="1" dirty="0"/>
              <a:t>? </a:t>
            </a:r>
            <a:r>
              <a:rPr lang="pt-PT" sz="5700" b="1" dirty="0" err="1"/>
              <a:t>Get</a:t>
            </a:r>
            <a:r>
              <a:rPr lang="pt-PT" sz="5700" b="1" dirty="0"/>
              <a:t> in touch!</a:t>
            </a:r>
          </a:p>
          <a:p>
            <a:r>
              <a:rPr lang="pt-PT" sz="5000" dirty="0" err="1"/>
              <a:t>Send</a:t>
            </a:r>
            <a:r>
              <a:rPr lang="pt-PT" sz="5000" dirty="0"/>
              <a:t> an email with your name, </a:t>
            </a:r>
            <a:r>
              <a:rPr lang="pt-PT" sz="5000" dirty="0" err="1"/>
              <a:t>field</a:t>
            </a:r>
            <a:r>
              <a:rPr lang="pt-PT" sz="5000" dirty="0"/>
              <a:t> of </a:t>
            </a:r>
            <a:r>
              <a:rPr lang="pt-PT" sz="5000" dirty="0" err="1"/>
              <a:t>study</a:t>
            </a:r>
            <a:r>
              <a:rPr lang="pt-PT" sz="5000" dirty="0"/>
              <a:t>, </a:t>
            </a:r>
            <a:r>
              <a:rPr lang="pt-PT" sz="5000" dirty="0" err="1"/>
              <a:t>thesis</a:t>
            </a:r>
            <a:r>
              <a:rPr lang="pt-PT" sz="5000" dirty="0"/>
              <a:t> timeline and CV </a:t>
            </a:r>
          </a:p>
          <a:p>
            <a:r>
              <a:rPr lang="pt-PT" sz="5000" dirty="0"/>
              <a:t>to </a:t>
            </a:r>
            <a:r>
              <a:rPr lang="en-GB" sz="5000" dirty="0">
                <a:highlight>
                  <a:srgbClr val="FFFF00"/>
                </a:highlight>
              </a:rPr>
              <a:t>[YOUR EMAIL]</a:t>
            </a:r>
            <a:r>
              <a:rPr lang="pt-PT" sz="5000" dirty="0"/>
              <a:t>; applications accepted until </a:t>
            </a:r>
            <a:r>
              <a:rPr lang="pt-PT" sz="5000" dirty="0">
                <a:highlight>
                  <a:srgbClr val="FFFF00"/>
                </a:highlight>
              </a:rPr>
              <a:t>[DEADLINE]!</a:t>
            </a:r>
            <a:endParaRPr lang="pt-PT" sz="5000" u="sng" baseline="30000" dirty="0">
              <a:highlight>
                <a:srgbClr val="FFFF00"/>
              </a:highlight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99DFF86-9200-0652-728E-1E291CD52858}"/>
              </a:ext>
            </a:extLst>
          </p:cNvPr>
          <p:cNvSpPr txBox="1"/>
          <p:nvPr/>
        </p:nvSpPr>
        <p:spPr>
          <a:xfrm>
            <a:off x="21092127" y="40377242"/>
            <a:ext cx="395752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4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[</a:t>
            </a:r>
            <a:r>
              <a:rPr lang="pt-PT" sz="40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YOUR NAME &amp; ROLE]</a:t>
            </a:r>
            <a:endParaRPr lang="en-GB" sz="40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FFF00"/>
              </a:highlight>
              <a:latin typeface="Arial" panose="020B0604020202020204" pitchFamily="34" charset="0"/>
            </a:endParaRPr>
          </a:p>
        </p:txBody>
      </p:sp>
      <p:pic>
        <p:nvPicPr>
          <p:cNvPr id="39" name="Picture Placeholder 38">
            <a:extLst>
              <a:ext uri="{FF2B5EF4-FFF2-40B4-BE49-F238E27FC236}">
                <a16:creationId xmlns:a16="http://schemas.microsoft.com/office/drawing/2014/main" id="{F8510C63-65C8-FC85-3A1A-FF5B9EFE3087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" r="-162"/>
          <a:stretch/>
        </p:blipFill>
        <p:spPr>
          <a:xfrm>
            <a:off x="1079318" y="1530054"/>
            <a:ext cx="12314287" cy="2455118"/>
          </a:xfrm>
        </p:spPr>
      </p:pic>
      <p:pic>
        <p:nvPicPr>
          <p:cNvPr id="49" name="Graphic 48">
            <a:extLst>
              <a:ext uri="{FF2B5EF4-FFF2-40B4-BE49-F238E27FC236}">
                <a16:creationId xmlns:a16="http://schemas.microsoft.com/office/drawing/2014/main" id="{B0BAE01B-5358-D34E-977A-8A214B93AAA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312416" y="1755376"/>
            <a:ext cx="3904617" cy="244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44D39E9-4661-41F7-E9F6-C2F759941E39}"/>
              </a:ext>
            </a:extLst>
          </p:cNvPr>
          <p:cNvSpPr txBox="1"/>
          <p:nvPr/>
        </p:nvSpPr>
        <p:spPr>
          <a:xfrm>
            <a:off x="23938097" y="40377242"/>
            <a:ext cx="650595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4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Prof. Dr. Manuel </a:t>
            </a:r>
          </a:p>
          <a:p>
            <a:pPr algn="ctr"/>
            <a:r>
              <a:rPr lang="pt-PT" sz="4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Spitschan, PI</a:t>
            </a:r>
            <a:endParaRPr lang="en-GB" sz="40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</a:endParaRPr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19A37D52-6630-E0E7-E699-0CF453CE879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26481" y="36577730"/>
            <a:ext cx="3529191" cy="3565826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52774D66-9B07-EC08-7DE8-7545C8A9F085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r="83641" b="-264"/>
          <a:stretch/>
        </p:blipFill>
        <p:spPr>
          <a:xfrm>
            <a:off x="19388746" y="1723310"/>
            <a:ext cx="2513652" cy="2448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444CF814-2343-BDBF-0177-32E390851CB0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l="81992"/>
          <a:stretch/>
        </p:blipFill>
        <p:spPr>
          <a:xfrm>
            <a:off x="21902398" y="1693014"/>
            <a:ext cx="2774332" cy="244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4DD7A49-599D-8B2B-52D6-E051158EED67}"/>
              </a:ext>
            </a:extLst>
          </p:cNvPr>
          <p:cNvSpPr/>
          <p:nvPr/>
        </p:nvSpPr>
        <p:spPr>
          <a:xfrm>
            <a:off x="21306891" y="36582912"/>
            <a:ext cx="3528000" cy="3528000"/>
          </a:xfrm>
          <a:prstGeom prst="rect">
            <a:avLst/>
          </a:prstGeom>
          <a:solidFill>
            <a:srgbClr val="FFFF00"/>
          </a:solidFill>
          <a:ln w="38100">
            <a:solidFill>
              <a:schemeClr val="tx1">
                <a:lumMod val="95000"/>
                <a:lumOff val="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YOUR PHOTO</a:t>
            </a:r>
            <a:endParaRPr lang="de-DE" sz="4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8892044"/>
      </p:ext>
    </p:extLst>
  </p:cSld>
  <p:clrMapOvr>
    <a:masterClrMapping/>
  </p:clrMapOvr>
</p:sld>
</file>

<file path=ppt/theme/theme1.xml><?xml version="1.0" encoding="utf-8"?>
<a:theme xmlns:a="http://schemas.openxmlformats.org/drawingml/2006/main" name="weißer Hintergrund">
  <a:themeElements>
    <a:clrScheme name="TUM">
      <a:dk1>
        <a:sysClr val="windowText" lastClr="000000"/>
      </a:dk1>
      <a:lt1>
        <a:sysClr val="window" lastClr="FFFFFF"/>
      </a:lt1>
      <a:dk2>
        <a:srgbClr val="003359"/>
      </a:dk2>
      <a:lt2>
        <a:srgbClr val="0065BD"/>
      </a:lt2>
      <a:accent1>
        <a:srgbClr val="005293"/>
      </a:accent1>
      <a:accent2>
        <a:srgbClr val="64A0C8"/>
      </a:accent2>
      <a:accent3>
        <a:srgbClr val="98C6EA"/>
      </a:accent3>
      <a:accent4>
        <a:srgbClr val="A2AD00"/>
      </a:accent4>
      <a:accent5>
        <a:srgbClr val="E37222"/>
      </a:accent5>
      <a:accent6>
        <a:srgbClr val="DAD7CB"/>
      </a:accent6>
      <a:hlink>
        <a:srgbClr val="0000FF"/>
      </a:hlink>
      <a:folHlink>
        <a:srgbClr val="800080"/>
      </a:folHlink>
    </a:clrScheme>
    <a:fontScheme name="TUM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SCN_PosterTemplate_LH-25042023.pptx" id="{FB4A0891-F2AC-4F65-ACE3-88EAD5A2B79D}" vid="{1C9D5C76-FD33-4404-BCBC-43D798996ACD}"/>
    </a:ext>
  </a:extLst>
</a:theme>
</file>

<file path=ppt/theme/theme2.xml><?xml version="1.0" encoding="utf-8"?>
<a:theme xmlns:a="http://schemas.openxmlformats.org/drawingml/2006/main" name="blauer Hintergrund">
  <a:themeElements>
    <a:clrScheme name="TUM">
      <a:dk1>
        <a:sysClr val="windowText" lastClr="000000"/>
      </a:dk1>
      <a:lt1>
        <a:sysClr val="window" lastClr="FFFFFF"/>
      </a:lt1>
      <a:dk2>
        <a:srgbClr val="003359"/>
      </a:dk2>
      <a:lt2>
        <a:srgbClr val="0065BD"/>
      </a:lt2>
      <a:accent1>
        <a:srgbClr val="005293"/>
      </a:accent1>
      <a:accent2>
        <a:srgbClr val="64A0C8"/>
      </a:accent2>
      <a:accent3>
        <a:srgbClr val="98C6EA"/>
      </a:accent3>
      <a:accent4>
        <a:srgbClr val="A2AD00"/>
      </a:accent4>
      <a:accent5>
        <a:srgbClr val="E37222"/>
      </a:accent5>
      <a:accent6>
        <a:srgbClr val="DAD7CB"/>
      </a:accent6>
      <a:hlink>
        <a:srgbClr val="0000FF"/>
      </a:hlink>
      <a:folHlink>
        <a:srgbClr val="800080"/>
      </a:folHlink>
    </a:clrScheme>
    <a:fontScheme name="TUM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SCN_PosterTemplate_LH-25042023.pptx" id="{FB4A0891-F2AC-4F65-ACE3-88EAD5A2B79D}" vid="{DFE3EB27-A25E-4D20-8F33-393031949FDE}"/>
    </a:ext>
  </a:extLst>
</a:theme>
</file>

<file path=ppt/theme/theme3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weißer Hintergrund</Template>
  <TotalTime>0</TotalTime>
  <Words>230</Words>
  <Application>Microsoft Office PowerPoint</Application>
  <PresentationFormat>Custom</PresentationFormat>
  <Paragraphs>27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weißer Hintergrund</vt:lpstr>
      <vt:lpstr>blauer Hintergrund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Manuel Spitschan</dc:creator>
  <dc:description>Rechteinhaber: Technische Universität München, https://www.tum.de_x000d_
Gestaltung: ediundsepp Gestaltungsgesellschaft, München, http://www.ediundsepp.de_x000d_
Technische Umsetzung: eWorks GmbH, Frankfurt am Main, http://www.eworks.de</dc:description>
  <cp:lastModifiedBy>Laura Hainke</cp:lastModifiedBy>
  <cp:revision>22</cp:revision>
  <dcterms:created xsi:type="dcterms:W3CDTF">2023-04-28T12:04:46Z</dcterms:created>
  <dcterms:modified xsi:type="dcterms:W3CDTF">2023-06-05T15:28:14Z</dcterms:modified>
</cp:coreProperties>
</file>
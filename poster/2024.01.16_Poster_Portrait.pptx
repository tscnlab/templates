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2" r:id="rId2"/>
  </p:sldMasterIdLst>
  <p:notesMasterIdLst>
    <p:notesMasterId r:id="rId4"/>
  </p:notesMasterIdLst>
  <p:handoutMasterIdLst>
    <p:handoutMasterId r:id="rId5"/>
  </p:handoutMasterIdLst>
  <p:sldIdLst>
    <p:sldId id="257" r:id="rId3"/>
  </p:sldIdLst>
  <p:sldSz cx="30311725" cy="42808525"/>
  <p:notesSz cx="6858000" cy="9144000"/>
  <p:defaultTextStyle>
    <a:defPPr>
      <a:defRPr lang="de-DE"/>
    </a:defPPr>
    <a:lvl1pPr marL="0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1pPr>
    <a:lvl2pPr marL="2088215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2pPr>
    <a:lvl3pPr marL="4176431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3pPr>
    <a:lvl4pPr marL="6264646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4pPr>
    <a:lvl5pPr marL="8352861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5pPr>
    <a:lvl6pPr marL="10441076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6pPr>
    <a:lvl7pPr marL="12529292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7pPr>
    <a:lvl8pPr marL="14617507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8pPr>
    <a:lvl9pPr marL="16705722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rait" id="{7F205539-3C0C-47F2-A212-71A24694659E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99" userDrawn="1">
          <p15:clr>
            <a:srgbClr val="A4A3A4"/>
          </p15:clr>
        </p15:guide>
        <p15:guide id="2" pos="954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9DD"/>
    <a:srgbClr val="A6A6A6"/>
    <a:srgbClr val="333333"/>
    <a:srgbClr val="808080"/>
    <a:srgbClr val="0033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31" autoAdjust="0"/>
    <p:restoredTop sz="94651" autoAdjust="0"/>
  </p:normalViewPr>
  <p:slideViewPr>
    <p:cSldViewPr>
      <p:cViewPr>
        <p:scale>
          <a:sx n="60" d="100"/>
          <a:sy n="60" d="100"/>
        </p:scale>
        <p:origin x="128" y="112"/>
      </p:cViewPr>
      <p:guideLst>
        <p:guide orient="horz" pos="2099"/>
        <p:guide pos="9547"/>
      </p:guideLst>
    </p:cSldViewPr>
  </p:slideViewPr>
  <p:outlineViewPr>
    <p:cViewPr>
      <p:scale>
        <a:sx n="33" d="100"/>
        <a:sy n="33" d="100"/>
      </p:scale>
      <p:origin x="54" y="730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00" d="100"/>
          <a:sy n="100" d="100"/>
        </p:scale>
        <p:origin x="-3540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CAD782-B485-49B5-A3BD-4E6E393EC598}" type="datetimeFigureOut">
              <a:rPr lang="de-DE" smtClean="0"/>
              <a:pPr/>
              <a:t>16.01.24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03FE17-E0DE-4727-8D0D-916DAE0CA91D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43385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79F83A-785F-4360-A784-5014DB85EF80}" type="datetimeFigureOut">
              <a:rPr lang="de-DE" smtClean="0"/>
              <a:pPr/>
              <a:t>16.01.24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00A50D-30E1-41BB-BFC2-D3D818AB8EF9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029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1pPr>
    <a:lvl2pPr marL="2088215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2pPr>
    <a:lvl3pPr marL="4176431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3pPr>
    <a:lvl4pPr marL="6264646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4pPr>
    <a:lvl5pPr marL="8352861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5pPr>
    <a:lvl6pPr marL="10441076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6pPr>
    <a:lvl7pPr marL="12529292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7pPr>
    <a:lvl8pPr marL="14617507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8pPr>
    <a:lvl9pPr marL="16705722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74F513A-BFF6-4EFC-A7CC-D2427682B21D}"/>
              </a:ext>
            </a:extLst>
          </p:cNvPr>
          <p:cNvSpPr/>
          <p:nvPr userDrawn="1"/>
        </p:nvSpPr>
        <p:spPr>
          <a:xfrm>
            <a:off x="1630483" y="11309350"/>
            <a:ext cx="8539043" cy="15423504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DD99A13-DE1F-47DF-8059-993FE5E14983}"/>
              </a:ext>
            </a:extLst>
          </p:cNvPr>
          <p:cNvSpPr/>
          <p:nvPr userDrawn="1"/>
        </p:nvSpPr>
        <p:spPr>
          <a:xfrm>
            <a:off x="10903095" y="11309350"/>
            <a:ext cx="8539043" cy="26728759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F0047BF-762E-4BB1-B361-F9D46755882E}"/>
              </a:ext>
            </a:extLst>
          </p:cNvPr>
          <p:cNvSpPr/>
          <p:nvPr userDrawn="1"/>
        </p:nvSpPr>
        <p:spPr>
          <a:xfrm>
            <a:off x="1623988" y="27385855"/>
            <a:ext cx="8539043" cy="1065225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AD9447DE-8622-49F9-8BB1-E3327607ED28}"/>
              </a:ext>
            </a:extLst>
          </p:cNvPr>
          <p:cNvSpPr/>
          <p:nvPr userDrawn="1"/>
        </p:nvSpPr>
        <p:spPr>
          <a:xfrm>
            <a:off x="20096283" y="11309350"/>
            <a:ext cx="8539043" cy="944562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DCA63645-2B1A-4147-AB62-AC8A146358AE}"/>
              </a:ext>
            </a:extLst>
          </p:cNvPr>
          <p:cNvSpPr/>
          <p:nvPr userDrawn="1"/>
        </p:nvSpPr>
        <p:spPr>
          <a:xfrm>
            <a:off x="20118506" y="21336002"/>
            <a:ext cx="8539043" cy="7929711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4CD47678-0EDF-471C-8E09-538CA8E8B9AC}"/>
              </a:ext>
            </a:extLst>
          </p:cNvPr>
          <p:cNvSpPr/>
          <p:nvPr userDrawn="1"/>
        </p:nvSpPr>
        <p:spPr>
          <a:xfrm>
            <a:off x="20096283" y="29864102"/>
            <a:ext cx="8539043" cy="8174006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56" name="Textplatzhalter 15">
            <a:extLst>
              <a:ext uri="{FF2B5EF4-FFF2-40B4-BE49-F238E27FC236}">
                <a16:creationId xmlns:a16="http://schemas.microsoft.com/office/drawing/2014/main" id="{7E24A74D-83A4-44C1-8E2C-F38884A91C8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0132675" y="29892599"/>
            <a:ext cx="8465344" cy="1042989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53" name="Textplatzhalter 15">
            <a:extLst>
              <a:ext uri="{FF2B5EF4-FFF2-40B4-BE49-F238E27FC236}">
                <a16:creationId xmlns:a16="http://schemas.microsoft.com/office/drawing/2014/main" id="{BD6E2D83-891B-4524-BC12-357D2423B1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0154899" y="21364496"/>
            <a:ext cx="8465344" cy="1042989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0"/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11306832" y="12999721"/>
            <a:ext cx="7772677" cy="15605342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en-GB"/>
              <a:t>Click icon to add picture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2AFC87E-7431-44FD-9168-BDC05B6B04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57735" y="4626400"/>
            <a:ext cx="26966234" cy="3024336"/>
          </a:xfrm>
          <a:prstGeom prst="rect">
            <a:avLst/>
          </a:prstGeom>
        </p:spPr>
        <p:txBody>
          <a:bodyPr lIns="36000"/>
          <a:lstStyle>
            <a:lvl1pPr>
              <a:defRPr sz="9409"/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5D55E40-9F4B-425A-950A-0B709EDEF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57735" y="8227419"/>
            <a:ext cx="26966234" cy="1079500"/>
          </a:xfrm>
          <a:prstGeom prst="rect">
            <a:avLst/>
          </a:prstGeom>
        </p:spPr>
        <p:txBody>
          <a:bodyPr lIns="0"/>
          <a:lstStyle>
            <a:lvl1pPr>
              <a:defRPr sz="6707"/>
            </a:lvl1pPr>
            <a:lvl5pPr marL="8361629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9804F76F-BD43-4A28-ACD0-81A4B2A686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76247" y="9767819"/>
            <a:ext cx="26981303" cy="691229"/>
          </a:xfrm>
          <a:prstGeom prst="rect">
            <a:avLst/>
          </a:prstGeom>
        </p:spPr>
        <p:txBody>
          <a:bodyPr lIns="0" tIns="0" rIns="0"/>
          <a:lstStyle>
            <a:lvl1pPr>
              <a:defRPr sz="4404"/>
            </a:lvl1pPr>
            <a:lvl5pPr marL="8361629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>
            <a:extLst>
              <a:ext uri="{FF2B5EF4-FFF2-40B4-BE49-F238E27FC236}">
                <a16:creationId xmlns:a16="http://schemas.microsoft.com/office/drawing/2014/main" id="{A2B2A0E0-7079-491E-BA67-2AE00A778F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66876" y="11344274"/>
            <a:ext cx="8465344" cy="1042989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0">
            <a:noAutofit/>
          </a:bodyPr>
          <a:lstStyle>
            <a:lvl1pPr>
              <a:defRPr sz="4404" b="1" kern="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4574CB62-D4CD-495C-A2C6-BF9E4D3FBE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306907" y="28628341"/>
            <a:ext cx="7772602" cy="280035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/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E4E63A18-BA91-4B51-B292-12EC384357F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021419" y="37189566"/>
            <a:ext cx="7817522" cy="317499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/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Autor, etc.</a:t>
            </a:r>
            <a:endParaRPr lang="en-US" dirty="0"/>
          </a:p>
        </p:txBody>
      </p:sp>
      <p:sp>
        <p:nvSpPr>
          <p:cNvPr id="52" name="Bildplatzhalter 51">
            <a:extLst>
              <a:ext uri="{FF2B5EF4-FFF2-40B4-BE49-F238E27FC236}">
                <a16:creationId xmlns:a16="http://schemas.microsoft.com/office/drawing/2014/main" id="{082CFC5F-B249-46A2-BC0B-ACDBA3E17D5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021419" y="32108777"/>
            <a:ext cx="7805976" cy="50514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B757A85-1537-4D7D-8F21-ABE657BCC716}"/>
              </a:ext>
            </a:extLst>
          </p:cNvPr>
          <p:cNvCxnSpPr>
            <a:cxnSpLocks/>
          </p:cNvCxnSpPr>
          <p:nvPr userDrawn="1"/>
        </p:nvCxnSpPr>
        <p:spPr>
          <a:xfrm>
            <a:off x="1676247" y="38542166"/>
            <a:ext cx="26947722" cy="0"/>
          </a:xfrm>
          <a:prstGeom prst="line">
            <a:avLst/>
          </a:prstGeom>
          <a:ln w="60960" cap="rnd" cmpd="sng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311E130A-9E77-4FC1-9807-0B1C025B0B7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511836" y="39040596"/>
            <a:ext cx="13112135" cy="2108148"/>
          </a:xfrm>
          <a:prstGeom prst="rect">
            <a:avLst/>
          </a:prstGeom>
          <a:ln w="60960">
            <a:solidFill>
              <a:schemeClr val="bg1">
                <a:lumMod val="65000"/>
              </a:schemeClr>
            </a:solidFill>
          </a:ln>
        </p:spPr>
        <p:txBody>
          <a:bodyPr lIns="396000" tIns="432000" rIns="396000" bIns="432000"/>
          <a:lstStyle>
            <a:lvl1pPr>
              <a:defRPr sz="1201"/>
            </a:lvl1pPr>
            <a:lvl2pPr>
              <a:defRPr sz="1201"/>
            </a:lvl2pPr>
            <a:lvl3pPr>
              <a:defRPr sz="1201"/>
            </a:lvl3pPr>
            <a:lvl4pPr>
              <a:defRPr sz="1201"/>
            </a:lvl4pPr>
            <a:lvl5pPr>
              <a:defRPr sz="1201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06C9FA-149F-4DAE-AF20-EF8E17C121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666876" y="12387264"/>
            <a:ext cx="8465344" cy="14308138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9370CD26-6711-4F79-98CC-7C1A4D01E5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937081" y="29133800"/>
            <a:ext cx="8465344" cy="8868569"/>
          </a:xfrm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9" name="Textplatzhalter 2">
            <a:extLst>
              <a:ext uri="{FF2B5EF4-FFF2-40B4-BE49-F238E27FC236}">
                <a16:creationId xmlns:a16="http://schemas.microsoft.com/office/drawing/2014/main" id="{B58B67C4-7003-45C2-8808-A0663CE5168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0146192" y="22412374"/>
            <a:ext cx="8477777" cy="6817469"/>
          </a:xfrm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0" name="Textplatzhalter 2">
            <a:extLst>
              <a:ext uri="{FF2B5EF4-FFF2-40B4-BE49-F238E27FC236}">
                <a16:creationId xmlns:a16="http://schemas.microsoft.com/office/drawing/2014/main" id="{FE3A7EEB-9354-490A-95BE-BFC8267441F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0146191" y="12404452"/>
            <a:ext cx="8438334" cy="8310042"/>
          </a:xfrm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1" name="Textplatzhalter 2">
            <a:extLst>
              <a:ext uri="{FF2B5EF4-FFF2-40B4-BE49-F238E27FC236}">
                <a16:creationId xmlns:a16="http://schemas.microsoft.com/office/drawing/2014/main" id="{2CE8C4F2-27C1-4658-9623-DD7687670D7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0138231" y="30932439"/>
            <a:ext cx="8453438" cy="7074694"/>
          </a:xfrm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>
            <a:extLst>
              <a:ext uri="{FF2B5EF4-FFF2-40B4-BE49-F238E27FC236}">
                <a16:creationId xmlns:a16="http://schemas.microsoft.com/office/drawing/2014/main" id="{3BA6E808-80EA-4335-8446-E8856FB78EA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660381" y="27420778"/>
            <a:ext cx="8465344" cy="1042989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>
            <a:extLst>
              <a:ext uri="{FF2B5EF4-FFF2-40B4-BE49-F238E27FC236}">
                <a16:creationId xmlns:a16="http://schemas.microsoft.com/office/drawing/2014/main" id="{D2D870DD-C02B-41C5-9BDB-226A0B8E3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660381" y="28463767"/>
            <a:ext cx="8465344" cy="3615644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43" name="Textplatzhalter 15">
            <a:extLst>
              <a:ext uri="{FF2B5EF4-FFF2-40B4-BE49-F238E27FC236}">
                <a16:creationId xmlns:a16="http://schemas.microsoft.com/office/drawing/2014/main" id="{3BC5CCE8-DC54-48F2-B9A7-A06484DBD52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939489" y="11344274"/>
            <a:ext cx="8465344" cy="1042989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49" name="Textplatzhalter 15">
            <a:extLst>
              <a:ext uri="{FF2B5EF4-FFF2-40B4-BE49-F238E27FC236}">
                <a16:creationId xmlns:a16="http://schemas.microsoft.com/office/drawing/2014/main" id="{33F9BD31-F856-4F0F-BFB8-6EE0C1C1539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0132675" y="11344274"/>
            <a:ext cx="8465344" cy="1042989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2941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143" userDrawn="1">
          <p15:clr>
            <a:srgbClr val="5ACBF0"/>
          </p15:clr>
        </p15:guide>
        <p15:guide id="2" pos="6387" userDrawn="1">
          <p15:clr>
            <a:srgbClr val="5ACBF0"/>
          </p15:clr>
        </p15:guide>
        <p15:guide id="3" pos="6888" userDrawn="1">
          <p15:clr>
            <a:srgbClr val="5ACBF0"/>
          </p15:clr>
        </p15:guide>
        <p15:guide id="5" pos="12682" userDrawn="1">
          <p15:clr>
            <a:srgbClr val="5ACBF0"/>
          </p15:clr>
        </p15:guide>
        <p15:guide id="6" orient="horz" pos="23942" userDrawn="1">
          <p15:clr>
            <a:srgbClr val="5ACBF0"/>
          </p15:clr>
        </p15:guide>
        <p15:guide id="7" orient="horz" pos="24278" userDrawn="1">
          <p15:clr>
            <a:srgbClr val="9FCC3B"/>
          </p15:clr>
        </p15:guide>
        <p15:guide id="8" orient="horz" pos="6533" userDrawn="1">
          <p15:clr>
            <a:srgbClr val="5ACBF0"/>
          </p15:clr>
        </p15:guide>
        <p15:guide id="12" pos="12223" userDrawn="1">
          <p15:clr>
            <a:srgbClr val="5ACBF0"/>
          </p15:clr>
        </p15:guide>
        <p15:guide id="13" orient="horz" pos="2457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Spalten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74F513A-BFF6-4EFC-A7CC-D2427682B21D}"/>
              </a:ext>
            </a:extLst>
          </p:cNvPr>
          <p:cNvSpPr/>
          <p:nvPr userDrawn="1"/>
        </p:nvSpPr>
        <p:spPr>
          <a:xfrm>
            <a:off x="1630483" y="11309350"/>
            <a:ext cx="8539043" cy="15423504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DD99A13-DE1F-47DF-8059-993FE5E14983}"/>
              </a:ext>
            </a:extLst>
          </p:cNvPr>
          <p:cNvSpPr/>
          <p:nvPr userDrawn="1"/>
        </p:nvSpPr>
        <p:spPr>
          <a:xfrm>
            <a:off x="10903095" y="11309350"/>
            <a:ext cx="8539043" cy="26728759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F0047BF-762E-4BB1-B361-F9D46755882E}"/>
              </a:ext>
            </a:extLst>
          </p:cNvPr>
          <p:cNvSpPr/>
          <p:nvPr userDrawn="1"/>
        </p:nvSpPr>
        <p:spPr>
          <a:xfrm>
            <a:off x="1623988" y="27385855"/>
            <a:ext cx="8539043" cy="1065225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AD9447DE-8622-49F9-8BB1-E3327607ED28}"/>
              </a:ext>
            </a:extLst>
          </p:cNvPr>
          <p:cNvSpPr/>
          <p:nvPr userDrawn="1"/>
        </p:nvSpPr>
        <p:spPr>
          <a:xfrm>
            <a:off x="20096283" y="11309350"/>
            <a:ext cx="8539043" cy="944562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DCA63645-2B1A-4147-AB62-AC8A146358AE}"/>
              </a:ext>
            </a:extLst>
          </p:cNvPr>
          <p:cNvSpPr/>
          <p:nvPr userDrawn="1"/>
        </p:nvSpPr>
        <p:spPr>
          <a:xfrm>
            <a:off x="20118506" y="21336002"/>
            <a:ext cx="8539043" cy="7929711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4CD47678-0EDF-471C-8E09-538CA8E8B9AC}"/>
              </a:ext>
            </a:extLst>
          </p:cNvPr>
          <p:cNvSpPr/>
          <p:nvPr userDrawn="1"/>
        </p:nvSpPr>
        <p:spPr>
          <a:xfrm>
            <a:off x="20096283" y="29864102"/>
            <a:ext cx="8539043" cy="8174006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56" name="Textplatzhalter 15">
            <a:extLst>
              <a:ext uri="{FF2B5EF4-FFF2-40B4-BE49-F238E27FC236}">
                <a16:creationId xmlns:a16="http://schemas.microsoft.com/office/drawing/2014/main" id="{7E24A74D-83A4-44C1-8E2C-F38884A91C8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0132675" y="29892599"/>
            <a:ext cx="8465344" cy="1042989"/>
          </a:xfrm>
          <a:prstGeom prst="rect">
            <a:avLst/>
          </a:prstGeom>
          <a:solidFill>
            <a:schemeClr val="bg2"/>
          </a:solidFill>
          <a:ln w="60960">
            <a:noFill/>
          </a:ln>
        </p:spPr>
        <p:txBody>
          <a:bodyPr lIns="396000" tIns="0" rIns="396000" bIns="0" anchor="ctr" anchorCtr="0">
            <a:noAutofit/>
          </a:bodyPr>
          <a:lstStyle>
            <a:lvl1pPr>
              <a:defRPr sz="4404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53" name="Textplatzhalter 15">
            <a:extLst>
              <a:ext uri="{FF2B5EF4-FFF2-40B4-BE49-F238E27FC236}">
                <a16:creationId xmlns:a16="http://schemas.microsoft.com/office/drawing/2014/main" id="{BD6E2D83-891B-4524-BC12-357D2423B1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0154899" y="21364496"/>
            <a:ext cx="8465344" cy="1042989"/>
          </a:xfrm>
          <a:prstGeom prst="rect">
            <a:avLst/>
          </a:prstGeom>
          <a:solidFill>
            <a:schemeClr val="bg2"/>
          </a:solidFill>
          <a:ln w="60960">
            <a:noFill/>
          </a:ln>
        </p:spPr>
        <p:txBody>
          <a:bodyPr lIns="396000" tIns="0" rIns="396000" bIns="0" anchor="ctr" anchorCtr="0">
            <a:noAutofit/>
          </a:bodyPr>
          <a:lstStyle>
            <a:lvl1pPr>
              <a:defRPr sz="4404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11306832" y="12999721"/>
            <a:ext cx="7772677" cy="15605342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en-GB"/>
              <a:t>Click icon to add picture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2AFC87E-7431-44FD-9168-BDC05B6B04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57735" y="4626400"/>
            <a:ext cx="26966234" cy="3024336"/>
          </a:xfrm>
          <a:prstGeom prst="rect">
            <a:avLst/>
          </a:prstGeom>
        </p:spPr>
        <p:txBody>
          <a:bodyPr lIns="36000"/>
          <a:lstStyle>
            <a:lvl1pPr>
              <a:defRPr sz="9409"/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5D55E40-9F4B-425A-950A-0B709EDEF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57735" y="8227419"/>
            <a:ext cx="26966234" cy="1079500"/>
          </a:xfrm>
          <a:prstGeom prst="rect">
            <a:avLst/>
          </a:prstGeom>
        </p:spPr>
        <p:txBody>
          <a:bodyPr lIns="0"/>
          <a:lstStyle>
            <a:lvl1pPr>
              <a:defRPr sz="6707"/>
            </a:lvl1pPr>
            <a:lvl5pPr marL="8361629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9804F76F-BD43-4A28-ACD0-81A4B2A686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76247" y="9767819"/>
            <a:ext cx="26981303" cy="691229"/>
          </a:xfrm>
          <a:prstGeom prst="rect">
            <a:avLst/>
          </a:prstGeom>
        </p:spPr>
        <p:txBody>
          <a:bodyPr lIns="0" tIns="0" rIns="0"/>
          <a:lstStyle>
            <a:lvl1pPr>
              <a:defRPr sz="4404"/>
            </a:lvl1pPr>
            <a:lvl5pPr marL="8361629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>
            <a:extLst>
              <a:ext uri="{FF2B5EF4-FFF2-40B4-BE49-F238E27FC236}">
                <a16:creationId xmlns:a16="http://schemas.microsoft.com/office/drawing/2014/main" id="{A2B2A0E0-7079-491E-BA67-2AE00A778F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66876" y="11344274"/>
            <a:ext cx="8465344" cy="1042989"/>
          </a:xfrm>
          <a:prstGeom prst="rect">
            <a:avLst/>
          </a:prstGeom>
          <a:solidFill>
            <a:schemeClr val="bg2"/>
          </a:solidFill>
          <a:ln w="60960">
            <a:noFill/>
          </a:ln>
        </p:spPr>
        <p:txBody>
          <a:bodyPr lIns="396000" tIns="0" rIns="396000" bIns="0" anchor="ctr" anchorCtr="0">
            <a:noAutofit/>
          </a:bodyPr>
          <a:lstStyle>
            <a:lvl1pPr>
              <a:defRPr sz="4404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4574CB62-D4CD-495C-A2C6-BF9E4D3FBE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306907" y="28628341"/>
            <a:ext cx="7772602" cy="280035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/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E4E63A18-BA91-4B51-B292-12EC384357F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021419" y="37189566"/>
            <a:ext cx="7817522" cy="317499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/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Autor, etc.</a:t>
            </a:r>
            <a:endParaRPr lang="en-US" dirty="0"/>
          </a:p>
        </p:txBody>
      </p:sp>
      <p:sp>
        <p:nvSpPr>
          <p:cNvPr id="52" name="Bildplatzhalter 51">
            <a:extLst>
              <a:ext uri="{FF2B5EF4-FFF2-40B4-BE49-F238E27FC236}">
                <a16:creationId xmlns:a16="http://schemas.microsoft.com/office/drawing/2014/main" id="{082CFC5F-B249-46A2-BC0B-ACDBA3E17D5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021419" y="32108777"/>
            <a:ext cx="7805976" cy="50514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B757A85-1537-4D7D-8F21-ABE657BCC716}"/>
              </a:ext>
            </a:extLst>
          </p:cNvPr>
          <p:cNvCxnSpPr>
            <a:cxnSpLocks/>
          </p:cNvCxnSpPr>
          <p:nvPr userDrawn="1"/>
        </p:nvCxnSpPr>
        <p:spPr>
          <a:xfrm>
            <a:off x="1676247" y="38542166"/>
            <a:ext cx="26947722" cy="0"/>
          </a:xfrm>
          <a:prstGeom prst="line">
            <a:avLst/>
          </a:prstGeom>
          <a:ln w="60960" cap="rnd" cmpd="sng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311E130A-9E77-4FC1-9807-0B1C025B0B7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511836" y="39040596"/>
            <a:ext cx="13112135" cy="2108148"/>
          </a:xfrm>
          <a:prstGeom prst="rect">
            <a:avLst/>
          </a:prstGeom>
          <a:ln w="60960">
            <a:solidFill>
              <a:schemeClr val="bg1">
                <a:lumMod val="65000"/>
              </a:schemeClr>
            </a:solidFill>
          </a:ln>
        </p:spPr>
        <p:txBody>
          <a:bodyPr lIns="396000" tIns="432000" rIns="396000" bIns="432000"/>
          <a:lstStyle>
            <a:lvl1pPr>
              <a:defRPr sz="1201"/>
            </a:lvl1pPr>
            <a:lvl2pPr>
              <a:defRPr sz="1201"/>
            </a:lvl2pPr>
            <a:lvl3pPr>
              <a:defRPr sz="1201"/>
            </a:lvl3pPr>
            <a:lvl4pPr>
              <a:defRPr sz="1201"/>
            </a:lvl4pPr>
            <a:lvl5pPr>
              <a:defRPr sz="1201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06C9FA-149F-4DAE-AF20-EF8E17C121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666876" y="12387264"/>
            <a:ext cx="8465344" cy="14308138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9370CD26-6711-4F79-98CC-7C1A4D01E5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937081" y="29133800"/>
            <a:ext cx="8465344" cy="8868569"/>
          </a:xfrm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9" name="Textplatzhalter 2">
            <a:extLst>
              <a:ext uri="{FF2B5EF4-FFF2-40B4-BE49-F238E27FC236}">
                <a16:creationId xmlns:a16="http://schemas.microsoft.com/office/drawing/2014/main" id="{B58B67C4-7003-45C2-8808-A0663CE5168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0146192" y="22412374"/>
            <a:ext cx="8477777" cy="6817469"/>
          </a:xfrm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0" name="Textplatzhalter 2">
            <a:extLst>
              <a:ext uri="{FF2B5EF4-FFF2-40B4-BE49-F238E27FC236}">
                <a16:creationId xmlns:a16="http://schemas.microsoft.com/office/drawing/2014/main" id="{FE3A7EEB-9354-490A-95BE-BFC8267441F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0146191" y="12404452"/>
            <a:ext cx="8438334" cy="8310042"/>
          </a:xfrm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1" name="Textplatzhalter 2">
            <a:extLst>
              <a:ext uri="{FF2B5EF4-FFF2-40B4-BE49-F238E27FC236}">
                <a16:creationId xmlns:a16="http://schemas.microsoft.com/office/drawing/2014/main" id="{2CE8C4F2-27C1-4658-9623-DD7687670D7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0138231" y="30932439"/>
            <a:ext cx="8453438" cy="7074694"/>
          </a:xfrm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>
            <a:extLst>
              <a:ext uri="{FF2B5EF4-FFF2-40B4-BE49-F238E27FC236}">
                <a16:creationId xmlns:a16="http://schemas.microsoft.com/office/drawing/2014/main" id="{3BA6E808-80EA-4335-8446-E8856FB78EA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660381" y="27420778"/>
            <a:ext cx="8465344" cy="1042989"/>
          </a:xfrm>
          <a:prstGeom prst="rect">
            <a:avLst/>
          </a:prstGeom>
          <a:solidFill>
            <a:schemeClr val="bg2"/>
          </a:solidFill>
          <a:ln w="60960">
            <a:noFill/>
          </a:ln>
        </p:spPr>
        <p:txBody>
          <a:bodyPr lIns="396000" tIns="0" rIns="396000" bIns="0" anchor="ctr" anchorCtr="0">
            <a:noAutofit/>
          </a:bodyPr>
          <a:lstStyle>
            <a:lvl1pPr>
              <a:defRPr sz="4404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>
            <a:extLst>
              <a:ext uri="{FF2B5EF4-FFF2-40B4-BE49-F238E27FC236}">
                <a16:creationId xmlns:a16="http://schemas.microsoft.com/office/drawing/2014/main" id="{D2D870DD-C02B-41C5-9BDB-226A0B8E3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660381" y="28463767"/>
            <a:ext cx="8465344" cy="3615644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43" name="Textplatzhalter 15">
            <a:extLst>
              <a:ext uri="{FF2B5EF4-FFF2-40B4-BE49-F238E27FC236}">
                <a16:creationId xmlns:a16="http://schemas.microsoft.com/office/drawing/2014/main" id="{3BC5CCE8-DC54-48F2-B9A7-A06484DBD52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939489" y="11344274"/>
            <a:ext cx="8465344" cy="1042989"/>
          </a:xfrm>
          <a:prstGeom prst="rect">
            <a:avLst/>
          </a:prstGeom>
          <a:solidFill>
            <a:schemeClr val="bg2"/>
          </a:solidFill>
          <a:ln w="60960">
            <a:noFill/>
          </a:ln>
        </p:spPr>
        <p:txBody>
          <a:bodyPr lIns="396000" tIns="0" rIns="396000" bIns="0" anchor="ctr" anchorCtr="0">
            <a:noAutofit/>
          </a:bodyPr>
          <a:lstStyle>
            <a:lvl1pPr>
              <a:defRPr sz="4404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49" name="Textplatzhalter 15">
            <a:extLst>
              <a:ext uri="{FF2B5EF4-FFF2-40B4-BE49-F238E27FC236}">
                <a16:creationId xmlns:a16="http://schemas.microsoft.com/office/drawing/2014/main" id="{33F9BD31-F856-4F0F-BFB8-6EE0C1C1539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0132675" y="11344274"/>
            <a:ext cx="8465344" cy="1042989"/>
          </a:xfrm>
          <a:prstGeom prst="rect">
            <a:avLst/>
          </a:prstGeom>
          <a:solidFill>
            <a:schemeClr val="bg2"/>
          </a:solidFill>
          <a:ln w="60960">
            <a:noFill/>
          </a:ln>
        </p:spPr>
        <p:txBody>
          <a:bodyPr lIns="396000" tIns="0" rIns="396000" bIns="0" anchor="ctr" anchorCtr="0">
            <a:noAutofit/>
          </a:bodyPr>
          <a:lstStyle>
            <a:lvl1pPr>
              <a:defRPr sz="4404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2807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143" userDrawn="1">
          <p15:clr>
            <a:srgbClr val="5ACBF0"/>
          </p15:clr>
        </p15:guide>
        <p15:guide id="2" pos="6387" userDrawn="1">
          <p15:clr>
            <a:srgbClr val="5ACBF0"/>
          </p15:clr>
        </p15:guide>
        <p15:guide id="3" pos="6888" userDrawn="1">
          <p15:clr>
            <a:srgbClr val="5ACBF0"/>
          </p15:clr>
        </p15:guide>
        <p15:guide id="5" pos="12682" userDrawn="1">
          <p15:clr>
            <a:srgbClr val="5ACBF0"/>
          </p15:clr>
        </p15:guide>
        <p15:guide id="6" orient="horz" pos="23942" userDrawn="1">
          <p15:clr>
            <a:srgbClr val="5ACBF0"/>
          </p15:clr>
        </p15:guide>
        <p15:guide id="7" orient="horz" pos="24278" userDrawn="1">
          <p15:clr>
            <a:srgbClr val="9FCC3B"/>
          </p15:clr>
        </p15:guide>
        <p15:guide id="8" orient="horz" pos="6533" userDrawn="1">
          <p15:clr>
            <a:srgbClr val="5ACBF0"/>
          </p15:clr>
        </p15:guide>
        <p15:guide id="12" pos="12223" userDrawn="1">
          <p15:clr>
            <a:srgbClr val="5ACBF0"/>
          </p15:clr>
        </p15:guide>
        <p15:guide id="13" orient="horz" pos="2457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Spalten asymetri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74F513A-BFF6-4EFC-A7CC-D2427682B21D}"/>
              </a:ext>
            </a:extLst>
          </p:cNvPr>
          <p:cNvSpPr/>
          <p:nvPr userDrawn="1"/>
        </p:nvSpPr>
        <p:spPr>
          <a:xfrm>
            <a:off x="1630483" y="11309350"/>
            <a:ext cx="8539043" cy="15423504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DD99A13-DE1F-47DF-8059-993FE5E14983}"/>
              </a:ext>
            </a:extLst>
          </p:cNvPr>
          <p:cNvSpPr/>
          <p:nvPr userDrawn="1"/>
        </p:nvSpPr>
        <p:spPr>
          <a:xfrm>
            <a:off x="10903096" y="11309350"/>
            <a:ext cx="17720874" cy="26728759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F0047BF-762E-4BB1-B361-F9D46755882E}"/>
              </a:ext>
            </a:extLst>
          </p:cNvPr>
          <p:cNvSpPr/>
          <p:nvPr userDrawn="1"/>
        </p:nvSpPr>
        <p:spPr>
          <a:xfrm>
            <a:off x="1623988" y="27385855"/>
            <a:ext cx="8539043" cy="1065225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11306832" y="12999721"/>
            <a:ext cx="16954486" cy="9928860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en-GB"/>
              <a:t>Click icon to add picture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2AFC87E-7431-44FD-9168-BDC05B6B04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57735" y="4626400"/>
            <a:ext cx="26966234" cy="3024336"/>
          </a:xfrm>
          <a:prstGeom prst="rect">
            <a:avLst/>
          </a:prstGeom>
        </p:spPr>
        <p:txBody>
          <a:bodyPr lIns="36000"/>
          <a:lstStyle>
            <a:lvl1pPr>
              <a:defRPr sz="9409"/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5D55E40-9F4B-425A-950A-0B709EDEF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57735" y="8227419"/>
            <a:ext cx="26966234" cy="1079500"/>
          </a:xfrm>
          <a:prstGeom prst="rect">
            <a:avLst/>
          </a:prstGeom>
        </p:spPr>
        <p:txBody>
          <a:bodyPr lIns="0"/>
          <a:lstStyle>
            <a:lvl1pPr>
              <a:defRPr sz="6707"/>
            </a:lvl1pPr>
            <a:lvl5pPr marL="8361629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9804F76F-BD43-4A28-ACD0-81A4B2A686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76247" y="9767819"/>
            <a:ext cx="26981303" cy="691229"/>
          </a:xfrm>
          <a:prstGeom prst="rect">
            <a:avLst/>
          </a:prstGeom>
        </p:spPr>
        <p:txBody>
          <a:bodyPr lIns="0" tIns="0" rIns="0"/>
          <a:lstStyle>
            <a:lvl1pPr>
              <a:defRPr sz="4404"/>
            </a:lvl1pPr>
            <a:lvl5pPr marL="8361629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>
            <a:extLst>
              <a:ext uri="{FF2B5EF4-FFF2-40B4-BE49-F238E27FC236}">
                <a16:creationId xmlns:a16="http://schemas.microsoft.com/office/drawing/2014/main" id="{A2B2A0E0-7079-491E-BA67-2AE00A778F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66876" y="11344274"/>
            <a:ext cx="8465344" cy="1042989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4574CB62-D4CD-495C-A2C6-BF9E4D3FBE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306906" y="22928581"/>
            <a:ext cx="16954412" cy="315253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/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E4E63A18-BA91-4B51-B292-12EC384357F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021419" y="37189566"/>
            <a:ext cx="7817522" cy="317499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/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Autor, etc.</a:t>
            </a:r>
            <a:endParaRPr lang="en-US" dirty="0"/>
          </a:p>
        </p:txBody>
      </p:sp>
      <p:sp>
        <p:nvSpPr>
          <p:cNvPr id="52" name="Bildplatzhalter 51">
            <a:extLst>
              <a:ext uri="{FF2B5EF4-FFF2-40B4-BE49-F238E27FC236}">
                <a16:creationId xmlns:a16="http://schemas.microsoft.com/office/drawing/2014/main" id="{082CFC5F-B249-46A2-BC0B-ACDBA3E17D5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021419" y="32108777"/>
            <a:ext cx="7805976" cy="50514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B757A85-1537-4D7D-8F21-ABE657BCC716}"/>
              </a:ext>
            </a:extLst>
          </p:cNvPr>
          <p:cNvCxnSpPr>
            <a:cxnSpLocks/>
          </p:cNvCxnSpPr>
          <p:nvPr userDrawn="1"/>
        </p:nvCxnSpPr>
        <p:spPr>
          <a:xfrm>
            <a:off x="1676247" y="38542166"/>
            <a:ext cx="26947722" cy="0"/>
          </a:xfrm>
          <a:prstGeom prst="line">
            <a:avLst/>
          </a:prstGeom>
          <a:ln w="60960" cap="rnd" cmpd="sng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311E130A-9E77-4FC1-9807-0B1C025B0B7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511836" y="39040596"/>
            <a:ext cx="13112135" cy="2108148"/>
          </a:xfrm>
          <a:prstGeom prst="rect">
            <a:avLst/>
          </a:prstGeom>
          <a:ln w="60960">
            <a:solidFill>
              <a:schemeClr val="bg1">
                <a:lumMod val="65000"/>
              </a:schemeClr>
            </a:solidFill>
          </a:ln>
        </p:spPr>
        <p:txBody>
          <a:bodyPr lIns="396000" tIns="432000" rIns="396000" bIns="432000"/>
          <a:lstStyle>
            <a:lvl1pPr>
              <a:defRPr sz="1201"/>
            </a:lvl1pPr>
            <a:lvl2pPr>
              <a:defRPr sz="1201"/>
            </a:lvl2pPr>
            <a:lvl3pPr>
              <a:defRPr sz="1201"/>
            </a:lvl3pPr>
            <a:lvl4pPr>
              <a:defRPr sz="1201"/>
            </a:lvl4pPr>
            <a:lvl5pPr>
              <a:defRPr sz="1201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06C9FA-149F-4DAE-AF20-EF8E17C121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666876" y="12387264"/>
            <a:ext cx="8465344" cy="14308138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9370CD26-6711-4F79-98CC-7C1A4D01E5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937081" y="23276471"/>
            <a:ext cx="17720467" cy="14725900"/>
          </a:xfrm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>
            <a:extLst>
              <a:ext uri="{FF2B5EF4-FFF2-40B4-BE49-F238E27FC236}">
                <a16:creationId xmlns:a16="http://schemas.microsoft.com/office/drawing/2014/main" id="{3BA6E808-80EA-4335-8446-E8856FB78EA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660381" y="27420778"/>
            <a:ext cx="8465344" cy="1042989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>
            <a:extLst>
              <a:ext uri="{FF2B5EF4-FFF2-40B4-BE49-F238E27FC236}">
                <a16:creationId xmlns:a16="http://schemas.microsoft.com/office/drawing/2014/main" id="{D2D870DD-C02B-41C5-9BDB-226A0B8E3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660381" y="28463767"/>
            <a:ext cx="8465344" cy="3615644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43" name="Textplatzhalter 15">
            <a:extLst>
              <a:ext uri="{FF2B5EF4-FFF2-40B4-BE49-F238E27FC236}">
                <a16:creationId xmlns:a16="http://schemas.microsoft.com/office/drawing/2014/main" id="{3BC5CCE8-DC54-48F2-B9A7-A06484DBD52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939488" y="11344275"/>
            <a:ext cx="17684481" cy="1151386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9836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143" userDrawn="1">
          <p15:clr>
            <a:srgbClr val="5ACBF0"/>
          </p15:clr>
        </p15:guide>
        <p15:guide id="2" pos="6387" userDrawn="1">
          <p15:clr>
            <a:srgbClr val="5ACBF0"/>
          </p15:clr>
        </p15:guide>
        <p15:guide id="3" pos="6888" userDrawn="1">
          <p15:clr>
            <a:srgbClr val="5ACBF0"/>
          </p15:clr>
        </p15:guide>
        <p15:guide id="5" pos="12682" userDrawn="1">
          <p15:clr>
            <a:srgbClr val="5ACBF0"/>
          </p15:clr>
        </p15:guide>
        <p15:guide id="6" orient="horz" pos="23942" userDrawn="1">
          <p15:clr>
            <a:srgbClr val="5ACBF0"/>
          </p15:clr>
        </p15:guide>
        <p15:guide id="7" orient="horz" pos="24278" userDrawn="1">
          <p15:clr>
            <a:srgbClr val="9FCC3B"/>
          </p15:clr>
        </p15:guide>
        <p15:guide id="8" orient="horz" pos="6533" userDrawn="1">
          <p15:clr>
            <a:srgbClr val="5ACBF0"/>
          </p15:clr>
        </p15:guide>
        <p15:guide id="12" pos="12223" userDrawn="1">
          <p15:clr>
            <a:srgbClr val="5ACBF0"/>
          </p15:clr>
        </p15:guide>
        <p15:guide id="13" orient="horz" pos="2457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Spalten symetri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74F513A-BFF6-4EFC-A7CC-D2427682B21D}"/>
              </a:ext>
            </a:extLst>
          </p:cNvPr>
          <p:cNvSpPr/>
          <p:nvPr userDrawn="1"/>
        </p:nvSpPr>
        <p:spPr>
          <a:xfrm>
            <a:off x="1630483" y="11235134"/>
            <a:ext cx="13093331" cy="12473384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DD99A13-DE1F-47DF-8059-993FE5E14983}"/>
              </a:ext>
            </a:extLst>
          </p:cNvPr>
          <p:cNvSpPr/>
          <p:nvPr userDrawn="1"/>
        </p:nvSpPr>
        <p:spPr>
          <a:xfrm>
            <a:off x="15511835" y="11309349"/>
            <a:ext cx="13112134" cy="26728757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F0047BF-762E-4BB1-B361-F9D46755882E}"/>
              </a:ext>
            </a:extLst>
          </p:cNvPr>
          <p:cNvSpPr/>
          <p:nvPr userDrawn="1"/>
        </p:nvSpPr>
        <p:spPr>
          <a:xfrm>
            <a:off x="1691735" y="24384001"/>
            <a:ext cx="13050106" cy="13654107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15875942" y="11755191"/>
            <a:ext cx="12385376" cy="9950116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en-GB"/>
              <a:t>Click icon to add picture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2AFC87E-7431-44FD-9168-BDC05B6B04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57735" y="4626400"/>
            <a:ext cx="26966234" cy="3024336"/>
          </a:xfrm>
          <a:prstGeom prst="rect">
            <a:avLst/>
          </a:prstGeom>
        </p:spPr>
        <p:txBody>
          <a:bodyPr lIns="36000"/>
          <a:lstStyle>
            <a:lvl1pPr>
              <a:defRPr sz="9409"/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5D55E40-9F4B-425A-950A-0B709EDEF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57735" y="8227419"/>
            <a:ext cx="26966234" cy="1079500"/>
          </a:xfrm>
          <a:prstGeom prst="rect">
            <a:avLst/>
          </a:prstGeom>
        </p:spPr>
        <p:txBody>
          <a:bodyPr lIns="0"/>
          <a:lstStyle>
            <a:lvl1pPr>
              <a:defRPr sz="6707"/>
            </a:lvl1pPr>
            <a:lvl5pPr marL="8361629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9804F76F-BD43-4A28-ACD0-81A4B2A686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76247" y="9767819"/>
            <a:ext cx="26981303" cy="691229"/>
          </a:xfrm>
          <a:prstGeom prst="rect">
            <a:avLst/>
          </a:prstGeom>
        </p:spPr>
        <p:txBody>
          <a:bodyPr lIns="0" tIns="0" rIns="0"/>
          <a:lstStyle>
            <a:lvl1pPr>
              <a:defRPr sz="4404"/>
            </a:lvl1pPr>
            <a:lvl5pPr marL="8361629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>
            <a:extLst>
              <a:ext uri="{FF2B5EF4-FFF2-40B4-BE49-F238E27FC236}">
                <a16:creationId xmlns:a16="http://schemas.microsoft.com/office/drawing/2014/main" id="{A2B2A0E0-7079-491E-BA67-2AE00A778F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66875" y="11309349"/>
            <a:ext cx="13056939" cy="1077914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4574CB62-D4CD-495C-A2C6-BF9E4D3FBE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5884228" y="21705307"/>
            <a:ext cx="12377090" cy="296448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/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B757A85-1537-4D7D-8F21-ABE657BCC716}"/>
              </a:ext>
            </a:extLst>
          </p:cNvPr>
          <p:cNvCxnSpPr>
            <a:cxnSpLocks/>
          </p:cNvCxnSpPr>
          <p:nvPr userDrawn="1"/>
        </p:nvCxnSpPr>
        <p:spPr>
          <a:xfrm>
            <a:off x="1676247" y="38542166"/>
            <a:ext cx="26947722" cy="0"/>
          </a:xfrm>
          <a:prstGeom prst="line">
            <a:avLst/>
          </a:prstGeom>
          <a:ln w="60960" cap="rnd" cmpd="sng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311E130A-9E77-4FC1-9807-0B1C025B0B7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511836" y="39040596"/>
            <a:ext cx="13112135" cy="2108148"/>
          </a:xfrm>
          <a:prstGeom prst="rect">
            <a:avLst/>
          </a:prstGeom>
          <a:ln w="60960">
            <a:solidFill>
              <a:schemeClr val="bg1">
                <a:lumMod val="65000"/>
              </a:schemeClr>
            </a:solidFill>
          </a:ln>
        </p:spPr>
        <p:txBody>
          <a:bodyPr lIns="396000" tIns="432000" rIns="396000" bIns="432000"/>
          <a:lstStyle>
            <a:lvl1pPr>
              <a:defRPr sz="1201"/>
            </a:lvl1pPr>
            <a:lvl2pPr>
              <a:defRPr sz="1201"/>
            </a:lvl2pPr>
            <a:lvl3pPr>
              <a:defRPr sz="1201"/>
            </a:lvl3pPr>
            <a:lvl4pPr>
              <a:defRPr sz="1201"/>
            </a:lvl4pPr>
            <a:lvl5pPr>
              <a:defRPr sz="1201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06C9FA-149F-4DAE-AF20-EF8E17C121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666875" y="12387265"/>
            <a:ext cx="13056938" cy="11321254"/>
          </a:xfrm>
          <a:noFill/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9370CD26-6711-4F79-98CC-7C1A4D01E5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5529863" y="22298205"/>
            <a:ext cx="13094106" cy="15739903"/>
          </a:xfrm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>
            <a:extLst>
              <a:ext uri="{FF2B5EF4-FFF2-40B4-BE49-F238E27FC236}">
                <a16:creationId xmlns:a16="http://schemas.microsoft.com/office/drawing/2014/main" id="{3BA6E808-80EA-4335-8446-E8856FB78EA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691735" y="24366834"/>
            <a:ext cx="13032078" cy="1042989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>
            <a:extLst>
              <a:ext uri="{FF2B5EF4-FFF2-40B4-BE49-F238E27FC236}">
                <a16:creationId xmlns:a16="http://schemas.microsoft.com/office/drawing/2014/main" id="{D2D870DD-C02B-41C5-9BDB-226A0B8E3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691735" y="25413088"/>
            <a:ext cx="13032078" cy="12625020"/>
          </a:xfrm>
          <a:noFill/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170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143" userDrawn="1">
          <p15:clr>
            <a:srgbClr val="5ACBF0"/>
          </p15:clr>
        </p15:guide>
        <p15:guide id="2" pos="6387" userDrawn="1">
          <p15:clr>
            <a:srgbClr val="5ACBF0"/>
          </p15:clr>
        </p15:guide>
        <p15:guide id="3" pos="6888" userDrawn="1">
          <p15:clr>
            <a:srgbClr val="5ACBF0"/>
          </p15:clr>
        </p15:guide>
        <p15:guide id="5" pos="12682" userDrawn="1">
          <p15:clr>
            <a:srgbClr val="5ACBF0"/>
          </p15:clr>
        </p15:guide>
        <p15:guide id="6" orient="horz" pos="23942" userDrawn="1">
          <p15:clr>
            <a:srgbClr val="5ACBF0"/>
          </p15:clr>
        </p15:guide>
        <p15:guide id="7" orient="horz" pos="24278" userDrawn="1">
          <p15:clr>
            <a:srgbClr val="9FCC3B"/>
          </p15:clr>
        </p15:guide>
        <p15:guide id="8" orient="horz" pos="6533" userDrawn="1">
          <p15:clr>
            <a:srgbClr val="5ACBF0"/>
          </p15:clr>
        </p15:guide>
        <p15:guide id="12" pos="12223" userDrawn="1">
          <p15:clr>
            <a:srgbClr val="5ACBF0"/>
          </p15:clr>
        </p15:guide>
        <p15:guide id="13" orient="horz" pos="2457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74F513A-BFF6-4EFC-A7CC-D2427682B21D}"/>
              </a:ext>
            </a:extLst>
          </p:cNvPr>
          <p:cNvSpPr/>
          <p:nvPr userDrawn="1"/>
        </p:nvSpPr>
        <p:spPr>
          <a:xfrm>
            <a:off x="1630483" y="11309350"/>
            <a:ext cx="8539043" cy="15423504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DD99A13-DE1F-47DF-8059-993FE5E14983}"/>
              </a:ext>
            </a:extLst>
          </p:cNvPr>
          <p:cNvSpPr/>
          <p:nvPr userDrawn="1"/>
        </p:nvSpPr>
        <p:spPr>
          <a:xfrm>
            <a:off x="10903095" y="11309350"/>
            <a:ext cx="8539043" cy="26728759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F0047BF-762E-4BB1-B361-F9D46755882E}"/>
              </a:ext>
            </a:extLst>
          </p:cNvPr>
          <p:cNvSpPr/>
          <p:nvPr userDrawn="1"/>
        </p:nvSpPr>
        <p:spPr>
          <a:xfrm>
            <a:off x="1623988" y="27385855"/>
            <a:ext cx="8539043" cy="1065225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AD9447DE-8622-49F9-8BB1-E3327607ED28}"/>
              </a:ext>
            </a:extLst>
          </p:cNvPr>
          <p:cNvSpPr/>
          <p:nvPr userDrawn="1"/>
        </p:nvSpPr>
        <p:spPr>
          <a:xfrm>
            <a:off x="20096283" y="11309350"/>
            <a:ext cx="8539043" cy="944562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DCA63645-2B1A-4147-AB62-AC8A146358AE}"/>
              </a:ext>
            </a:extLst>
          </p:cNvPr>
          <p:cNvSpPr/>
          <p:nvPr userDrawn="1"/>
        </p:nvSpPr>
        <p:spPr>
          <a:xfrm>
            <a:off x="20118506" y="21336002"/>
            <a:ext cx="8539043" cy="7929711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4CD47678-0EDF-471C-8E09-538CA8E8B9AC}"/>
              </a:ext>
            </a:extLst>
          </p:cNvPr>
          <p:cNvSpPr/>
          <p:nvPr userDrawn="1"/>
        </p:nvSpPr>
        <p:spPr>
          <a:xfrm>
            <a:off x="20096283" y="29864102"/>
            <a:ext cx="8539043" cy="8174006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56" name="Textplatzhalter 15">
            <a:extLst>
              <a:ext uri="{FF2B5EF4-FFF2-40B4-BE49-F238E27FC236}">
                <a16:creationId xmlns:a16="http://schemas.microsoft.com/office/drawing/2014/main" id="{7E24A74D-83A4-44C1-8E2C-F38884A91C8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0132675" y="29892599"/>
            <a:ext cx="8465344" cy="1042989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53" name="Textplatzhalter 15">
            <a:extLst>
              <a:ext uri="{FF2B5EF4-FFF2-40B4-BE49-F238E27FC236}">
                <a16:creationId xmlns:a16="http://schemas.microsoft.com/office/drawing/2014/main" id="{BD6E2D83-891B-4524-BC12-357D2423B1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0154899" y="21364496"/>
            <a:ext cx="8465344" cy="1042989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11306832" y="12999721"/>
            <a:ext cx="7772677" cy="15605342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2AFC87E-7431-44FD-9168-BDC05B6B04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57735" y="4626400"/>
            <a:ext cx="26966234" cy="3024336"/>
          </a:xfrm>
          <a:prstGeom prst="rect">
            <a:avLst/>
          </a:prstGeom>
        </p:spPr>
        <p:txBody>
          <a:bodyPr lIns="36000"/>
          <a:lstStyle>
            <a:lvl1pPr>
              <a:defRPr sz="9409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5D55E40-9F4B-425A-950A-0B709EDEF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57735" y="8227419"/>
            <a:ext cx="26966234" cy="1079500"/>
          </a:xfrm>
          <a:prstGeom prst="rect">
            <a:avLst/>
          </a:prstGeom>
        </p:spPr>
        <p:txBody>
          <a:bodyPr lIns="0"/>
          <a:lstStyle>
            <a:lvl1pPr>
              <a:defRPr sz="6707">
                <a:solidFill>
                  <a:schemeClr val="bg1"/>
                </a:solidFill>
              </a:defRPr>
            </a:lvl1pPr>
            <a:lvl5pPr marL="8361629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9804F76F-BD43-4A28-ACD0-81A4B2A686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76247" y="9767819"/>
            <a:ext cx="26981303" cy="691229"/>
          </a:xfrm>
          <a:prstGeom prst="rect">
            <a:avLst/>
          </a:prstGeom>
        </p:spPr>
        <p:txBody>
          <a:bodyPr lIns="0" tIns="0" rIns="0"/>
          <a:lstStyle>
            <a:lvl1pPr>
              <a:defRPr sz="4404">
                <a:solidFill>
                  <a:schemeClr val="bg1"/>
                </a:solidFill>
              </a:defRPr>
            </a:lvl1pPr>
            <a:lvl5pPr marL="8361629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>
            <a:extLst>
              <a:ext uri="{FF2B5EF4-FFF2-40B4-BE49-F238E27FC236}">
                <a16:creationId xmlns:a16="http://schemas.microsoft.com/office/drawing/2014/main" id="{A2B2A0E0-7079-491E-BA67-2AE00A778F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66876" y="11344274"/>
            <a:ext cx="8465344" cy="1042989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4574CB62-D4CD-495C-A2C6-BF9E4D3FBE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306907" y="28628341"/>
            <a:ext cx="7772602" cy="280035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>
                <a:solidFill>
                  <a:schemeClr val="tx1"/>
                </a:solidFill>
              </a:defRPr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E4E63A18-BA91-4B51-B292-12EC384357F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021419" y="37189566"/>
            <a:ext cx="7817522" cy="317499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>
                <a:solidFill>
                  <a:schemeClr val="tx1"/>
                </a:solidFill>
              </a:defRPr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Autor, etc.</a:t>
            </a:r>
            <a:endParaRPr lang="en-US" dirty="0"/>
          </a:p>
        </p:txBody>
      </p:sp>
      <p:sp>
        <p:nvSpPr>
          <p:cNvPr id="52" name="Bildplatzhalter 51">
            <a:extLst>
              <a:ext uri="{FF2B5EF4-FFF2-40B4-BE49-F238E27FC236}">
                <a16:creationId xmlns:a16="http://schemas.microsoft.com/office/drawing/2014/main" id="{082CFC5F-B249-46A2-BC0B-ACDBA3E17D5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021419" y="32108777"/>
            <a:ext cx="7805976" cy="50514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B757A85-1537-4D7D-8F21-ABE657BCC716}"/>
              </a:ext>
            </a:extLst>
          </p:cNvPr>
          <p:cNvCxnSpPr>
            <a:cxnSpLocks/>
          </p:cNvCxnSpPr>
          <p:nvPr userDrawn="1"/>
        </p:nvCxnSpPr>
        <p:spPr>
          <a:xfrm>
            <a:off x="1676247" y="38542166"/>
            <a:ext cx="26947722" cy="0"/>
          </a:xfrm>
          <a:prstGeom prst="line">
            <a:avLst/>
          </a:prstGeom>
          <a:ln w="60960" cap="rnd" cmpd="sng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311E130A-9E77-4FC1-9807-0B1C025B0B7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511836" y="39040596"/>
            <a:ext cx="13112135" cy="2108148"/>
          </a:xfrm>
          <a:prstGeom prst="rect">
            <a:avLst/>
          </a:prstGeom>
          <a:solidFill>
            <a:schemeClr val="bg1"/>
          </a:solidFill>
          <a:ln w="60960">
            <a:noFill/>
          </a:ln>
        </p:spPr>
        <p:txBody>
          <a:bodyPr lIns="396000" tIns="432000" rIns="396000" bIns="432000"/>
          <a:lstStyle>
            <a:lvl1pPr>
              <a:defRPr sz="1201">
                <a:solidFill>
                  <a:schemeClr val="tx1"/>
                </a:solidFill>
              </a:defRPr>
            </a:lvl1pPr>
            <a:lvl2pPr>
              <a:defRPr sz="1201"/>
            </a:lvl2pPr>
            <a:lvl3pPr>
              <a:defRPr sz="1201"/>
            </a:lvl3pPr>
            <a:lvl4pPr>
              <a:defRPr sz="1201"/>
            </a:lvl4pPr>
            <a:lvl5pPr>
              <a:defRPr sz="1201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06C9FA-149F-4DAE-AF20-EF8E17C121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666876" y="12387264"/>
            <a:ext cx="8465344" cy="14308138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9370CD26-6711-4F79-98CC-7C1A4D01E5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937081" y="29133800"/>
            <a:ext cx="8465344" cy="8868569"/>
          </a:xfrm>
        </p:spPr>
        <p:txBody>
          <a:bodyPr lIns="396000" tIns="396000" rIns="396000" bIns="54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9" name="Textplatzhalter 2">
            <a:extLst>
              <a:ext uri="{FF2B5EF4-FFF2-40B4-BE49-F238E27FC236}">
                <a16:creationId xmlns:a16="http://schemas.microsoft.com/office/drawing/2014/main" id="{B58B67C4-7003-45C2-8808-A0663CE5168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0146192" y="22412374"/>
            <a:ext cx="8477777" cy="6817469"/>
          </a:xfrm>
        </p:spPr>
        <p:txBody>
          <a:bodyPr lIns="396000" tIns="396000" rIns="396000" bIns="54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0" name="Textplatzhalter 2">
            <a:extLst>
              <a:ext uri="{FF2B5EF4-FFF2-40B4-BE49-F238E27FC236}">
                <a16:creationId xmlns:a16="http://schemas.microsoft.com/office/drawing/2014/main" id="{FE3A7EEB-9354-490A-95BE-BFC8267441F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0146191" y="12404452"/>
            <a:ext cx="8438334" cy="8310042"/>
          </a:xfrm>
        </p:spPr>
        <p:txBody>
          <a:bodyPr lIns="396000" tIns="396000" rIns="396000" bIns="54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1" name="Textplatzhalter 2">
            <a:extLst>
              <a:ext uri="{FF2B5EF4-FFF2-40B4-BE49-F238E27FC236}">
                <a16:creationId xmlns:a16="http://schemas.microsoft.com/office/drawing/2014/main" id="{2CE8C4F2-27C1-4658-9623-DD7687670D7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0138231" y="30932439"/>
            <a:ext cx="8453438" cy="7074694"/>
          </a:xfrm>
        </p:spPr>
        <p:txBody>
          <a:bodyPr lIns="396000" tIns="396000" rIns="396000" bIns="54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>
            <a:extLst>
              <a:ext uri="{FF2B5EF4-FFF2-40B4-BE49-F238E27FC236}">
                <a16:creationId xmlns:a16="http://schemas.microsoft.com/office/drawing/2014/main" id="{3BA6E808-80EA-4335-8446-E8856FB78EA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660381" y="27420778"/>
            <a:ext cx="8465344" cy="1042989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>
            <a:extLst>
              <a:ext uri="{FF2B5EF4-FFF2-40B4-BE49-F238E27FC236}">
                <a16:creationId xmlns:a16="http://schemas.microsoft.com/office/drawing/2014/main" id="{D2D870DD-C02B-41C5-9BDB-226A0B8E3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660381" y="28463767"/>
            <a:ext cx="8465344" cy="3615644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43" name="Textplatzhalter 15">
            <a:extLst>
              <a:ext uri="{FF2B5EF4-FFF2-40B4-BE49-F238E27FC236}">
                <a16:creationId xmlns:a16="http://schemas.microsoft.com/office/drawing/2014/main" id="{3BC5CCE8-DC54-48F2-B9A7-A06484DBD52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939489" y="11344274"/>
            <a:ext cx="8465344" cy="1042989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49" name="Textplatzhalter 15">
            <a:extLst>
              <a:ext uri="{FF2B5EF4-FFF2-40B4-BE49-F238E27FC236}">
                <a16:creationId xmlns:a16="http://schemas.microsoft.com/office/drawing/2014/main" id="{33F9BD31-F856-4F0F-BFB8-6EE0C1C1539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0132675" y="11344274"/>
            <a:ext cx="8465344" cy="1042989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48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143" userDrawn="1">
          <p15:clr>
            <a:srgbClr val="5ACBF0"/>
          </p15:clr>
        </p15:guide>
        <p15:guide id="2" pos="6387" userDrawn="1">
          <p15:clr>
            <a:srgbClr val="5ACBF0"/>
          </p15:clr>
        </p15:guide>
        <p15:guide id="3" pos="6888" userDrawn="1">
          <p15:clr>
            <a:srgbClr val="5ACBF0"/>
          </p15:clr>
        </p15:guide>
        <p15:guide id="5" pos="12682" userDrawn="1">
          <p15:clr>
            <a:srgbClr val="5ACBF0"/>
          </p15:clr>
        </p15:guide>
        <p15:guide id="6" orient="horz" pos="23942" userDrawn="1">
          <p15:clr>
            <a:srgbClr val="5ACBF0"/>
          </p15:clr>
        </p15:guide>
        <p15:guide id="7" orient="horz" pos="24278" userDrawn="1">
          <p15:clr>
            <a:srgbClr val="9FCC3B"/>
          </p15:clr>
        </p15:guide>
        <p15:guide id="8" orient="horz" pos="6533" userDrawn="1">
          <p15:clr>
            <a:srgbClr val="5ACBF0"/>
          </p15:clr>
        </p15:guide>
        <p15:guide id="12" pos="12223" userDrawn="1">
          <p15:clr>
            <a:srgbClr val="5ACBF0"/>
          </p15:clr>
        </p15:guide>
        <p15:guide id="13" orient="horz" pos="2457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Spalten asymetri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74F513A-BFF6-4EFC-A7CC-D2427682B21D}"/>
              </a:ext>
            </a:extLst>
          </p:cNvPr>
          <p:cNvSpPr/>
          <p:nvPr userDrawn="1"/>
        </p:nvSpPr>
        <p:spPr>
          <a:xfrm>
            <a:off x="1630483" y="11309350"/>
            <a:ext cx="8539043" cy="15423504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DD99A13-DE1F-47DF-8059-993FE5E14983}"/>
              </a:ext>
            </a:extLst>
          </p:cNvPr>
          <p:cNvSpPr/>
          <p:nvPr userDrawn="1"/>
        </p:nvSpPr>
        <p:spPr>
          <a:xfrm>
            <a:off x="10903096" y="11309350"/>
            <a:ext cx="17720874" cy="26728759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F0047BF-762E-4BB1-B361-F9D46755882E}"/>
              </a:ext>
            </a:extLst>
          </p:cNvPr>
          <p:cNvSpPr/>
          <p:nvPr userDrawn="1"/>
        </p:nvSpPr>
        <p:spPr>
          <a:xfrm>
            <a:off x="1623988" y="27385855"/>
            <a:ext cx="8539043" cy="1065225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11306832" y="12999721"/>
            <a:ext cx="16954486" cy="9928860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2AFC87E-7431-44FD-9168-BDC05B6B04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57735" y="4626400"/>
            <a:ext cx="26966234" cy="3024336"/>
          </a:xfrm>
          <a:prstGeom prst="rect">
            <a:avLst/>
          </a:prstGeom>
        </p:spPr>
        <p:txBody>
          <a:bodyPr lIns="36000"/>
          <a:lstStyle>
            <a:lvl1pPr>
              <a:defRPr sz="9409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5D55E40-9F4B-425A-950A-0B709EDEF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57735" y="8227419"/>
            <a:ext cx="26966234" cy="1079500"/>
          </a:xfrm>
          <a:prstGeom prst="rect">
            <a:avLst/>
          </a:prstGeom>
        </p:spPr>
        <p:txBody>
          <a:bodyPr lIns="0"/>
          <a:lstStyle>
            <a:lvl1pPr>
              <a:defRPr sz="6707">
                <a:solidFill>
                  <a:schemeClr val="bg1"/>
                </a:solidFill>
              </a:defRPr>
            </a:lvl1pPr>
            <a:lvl5pPr marL="8361629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9804F76F-BD43-4A28-ACD0-81A4B2A686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76247" y="9767819"/>
            <a:ext cx="26981303" cy="691229"/>
          </a:xfrm>
          <a:prstGeom prst="rect">
            <a:avLst/>
          </a:prstGeom>
        </p:spPr>
        <p:txBody>
          <a:bodyPr lIns="0" tIns="0" rIns="0"/>
          <a:lstStyle>
            <a:lvl1pPr>
              <a:defRPr sz="4404">
                <a:solidFill>
                  <a:schemeClr val="bg1"/>
                </a:solidFill>
              </a:defRPr>
            </a:lvl1pPr>
            <a:lvl5pPr marL="8361629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>
            <a:extLst>
              <a:ext uri="{FF2B5EF4-FFF2-40B4-BE49-F238E27FC236}">
                <a16:creationId xmlns:a16="http://schemas.microsoft.com/office/drawing/2014/main" id="{A2B2A0E0-7079-491E-BA67-2AE00A778F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66876" y="11344274"/>
            <a:ext cx="8465344" cy="1042989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4574CB62-D4CD-495C-A2C6-BF9E4D3FBE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306906" y="22928581"/>
            <a:ext cx="16954412" cy="315253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>
                <a:solidFill>
                  <a:schemeClr val="tx1"/>
                </a:solidFill>
              </a:defRPr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E4E63A18-BA91-4B51-B292-12EC384357F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021419" y="37189566"/>
            <a:ext cx="7817522" cy="317499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>
                <a:solidFill>
                  <a:schemeClr val="tx1"/>
                </a:solidFill>
              </a:defRPr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Autor, etc.</a:t>
            </a:r>
            <a:endParaRPr lang="en-US" dirty="0"/>
          </a:p>
        </p:txBody>
      </p:sp>
      <p:sp>
        <p:nvSpPr>
          <p:cNvPr id="52" name="Bildplatzhalter 51">
            <a:extLst>
              <a:ext uri="{FF2B5EF4-FFF2-40B4-BE49-F238E27FC236}">
                <a16:creationId xmlns:a16="http://schemas.microsoft.com/office/drawing/2014/main" id="{082CFC5F-B249-46A2-BC0B-ACDBA3E17D5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021419" y="32108777"/>
            <a:ext cx="7805976" cy="50514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B757A85-1537-4D7D-8F21-ABE657BCC716}"/>
              </a:ext>
            </a:extLst>
          </p:cNvPr>
          <p:cNvCxnSpPr>
            <a:cxnSpLocks/>
          </p:cNvCxnSpPr>
          <p:nvPr userDrawn="1"/>
        </p:nvCxnSpPr>
        <p:spPr>
          <a:xfrm>
            <a:off x="1676247" y="38542166"/>
            <a:ext cx="26947722" cy="0"/>
          </a:xfrm>
          <a:prstGeom prst="line">
            <a:avLst/>
          </a:prstGeom>
          <a:ln w="60960" cap="rnd" cmpd="sng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311E130A-9E77-4FC1-9807-0B1C025B0B7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511836" y="39040596"/>
            <a:ext cx="13112135" cy="2108148"/>
          </a:xfrm>
          <a:prstGeom prst="rect">
            <a:avLst/>
          </a:prstGeom>
          <a:solidFill>
            <a:schemeClr val="bg1"/>
          </a:solidFill>
          <a:ln w="60960">
            <a:noFill/>
          </a:ln>
        </p:spPr>
        <p:txBody>
          <a:bodyPr lIns="396000" tIns="432000" rIns="396000" bIns="432000"/>
          <a:lstStyle>
            <a:lvl1pPr>
              <a:defRPr sz="1201">
                <a:solidFill>
                  <a:schemeClr val="tx1"/>
                </a:solidFill>
              </a:defRPr>
            </a:lvl1pPr>
            <a:lvl2pPr>
              <a:defRPr sz="1201"/>
            </a:lvl2pPr>
            <a:lvl3pPr>
              <a:defRPr sz="1201"/>
            </a:lvl3pPr>
            <a:lvl4pPr>
              <a:defRPr sz="1201"/>
            </a:lvl4pPr>
            <a:lvl5pPr>
              <a:defRPr sz="1201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06C9FA-149F-4DAE-AF20-EF8E17C121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666876" y="12387264"/>
            <a:ext cx="8465344" cy="14308138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9370CD26-6711-4F79-98CC-7C1A4D01E5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937081" y="23276471"/>
            <a:ext cx="17720467" cy="14725900"/>
          </a:xfrm>
        </p:spPr>
        <p:txBody>
          <a:bodyPr lIns="396000" tIns="396000" rIns="396000" bIns="540000" numCol="2" spcCol="18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>
            <a:extLst>
              <a:ext uri="{FF2B5EF4-FFF2-40B4-BE49-F238E27FC236}">
                <a16:creationId xmlns:a16="http://schemas.microsoft.com/office/drawing/2014/main" id="{3BA6E808-80EA-4335-8446-E8856FB78EA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660381" y="27420778"/>
            <a:ext cx="8465344" cy="1042989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>
            <a:extLst>
              <a:ext uri="{FF2B5EF4-FFF2-40B4-BE49-F238E27FC236}">
                <a16:creationId xmlns:a16="http://schemas.microsoft.com/office/drawing/2014/main" id="{D2D870DD-C02B-41C5-9BDB-226A0B8E3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660381" y="28463767"/>
            <a:ext cx="8465344" cy="3615644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43" name="Textplatzhalter 15">
            <a:extLst>
              <a:ext uri="{FF2B5EF4-FFF2-40B4-BE49-F238E27FC236}">
                <a16:creationId xmlns:a16="http://schemas.microsoft.com/office/drawing/2014/main" id="{3BC5CCE8-DC54-48F2-B9A7-A06484DBD52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939488" y="11344275"/>
            <a:ext cx="17684481" cy="1151386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445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143" userDrawn="1">
          <p15:clr>
            <a:srgbClr val="5ACBF0"/>
          </p15:clr>
        </p15:guide>
        <p15:guide id="2" pos="6387" userDrawn="1">
          <p15:clr>
            <a:srgbClr val="5ACBF0"/>
          </p15:clr>
        </p15:guide>
        <p15:guide id="3" pos="6888" userDrawn="1">
          <p15:clr>
            <a:srgbClr val="5ACBF0"/>
          </p15:clr>
        </p15:guide>
        <p15:guide id="5" pos="12682" userDrawn="1">
          <p15:clr>
            <a:srgbClr val="5ACBF0"/>
          </p15:clr>
        </p15:guide>
        <p15:guide id="6" orient="horz" pos="23942" userDrawn="1">
          <p15:clr>
            <a:srgbClr val="5ACBF0"/>
          </p15:clr>
        </p15:guide>
        <p15:guide id="7" orient="horz" pos="24278" userDrawn="1">
          <p15:clr>
            <a:srgbClr val="9FCC3B"/>
          </p15:clr>
        </p15:guide>
        <p15:guide id="8" orient="horz" pos="6533" userDrawn="1">
          <p15:clr>
            <a:srgbClr val="5ACBF0"/>
          </p15:clr>
        </p15:guide>
        <p15:guide id="12" pos="12223" userDrawn="1">
          <p15:clr>
            <a:srgbClr val="5ACBF0"/>
          </p15:clr>
        </p15:guide>
        <p15:guide id="13" orient="horz" pos="2457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Spalten symetri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74F513A-BFF6-4EFC-A7CC-D2427682B21D}"/>
              </a:ext>
            </a:extLst>
          </p:cNvPr>
          <p:cNvSpPr/>
          <p:nvPr userDrawn="1"/>
        </p:nvSpPr>
        <p:spPr>
          <a:xfrm>
            <a:off x="1630483" y="11235134"/>
            <a:ext cx="13093331" cy="12473384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DD99A13-DE1F-47DF-8059-993FE5E14983}"/>
              </a:ext>
            </a:extLst>
          </p:cNvPr>
          <p:cNvSpPr/>
          <p:nvPr userDrawn="1"/>
        </p:nvSpPr>
        <p:spPr>
          <a:xfrm>
            <a:off x="15511835" y="11309349"/>
            <a:ext cx="13112134" cy="26728757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F0047BF-762E-4BB1-B361-F9D46755882E}"/>
              </a:ext>
            </a:extLst>
          </p:cNvPr>
          <p:cNvSpPr/>
          <p:nvPr userDrawn="1"/>
        </p:nvSpPr>
        <p:spPr>
          <a:xfrm>
            <a:off x="1691735" y="24384001"/>
            <a:ext cx="13050106" cy="13654107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8201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15875942" y="11755191"/>
            <a:ext cx="12385376" cy="9950116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2AFC87E-7431-44FD-9168-BDC05B6B04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57735" y="4626400"/>
            <a:ext cx="26966234" cy="3024336"/>
          </a:xfrm>
          <a:prstGeom prst="rect">
            <a:avLst/>
          </a:prstGeom>
        </p:spPr>
        <p:txBody>
          <a:bodyPr lIns="36000"/>
          <a:lstStyle>
            <a:lvl1pPr>
              <a:defRPr sz="9409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5D55E40-9F4B-425A-950A-0B709EDEF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57735" y="8227419"/>
            <a:ext cx="26966234" cy="1079500"/>
          </a:xfrm>
          <a:prstGeom prst="rect">
            <a:avLst/>
          </a:prstGeom>
        </p:spPr>
        <p:txBody>
          <a:bodyPr lIns="0"/>
          <a:lstStyle>
            <a:lvl1pPr>
              <a:defRPr sz="6707">
                <a:solidFill>
                  <a:schemeClr val="bg1"/>
                </a:solidFill>
              </a:defRPr>
            </a:lvl1pPr>
            <a:lvl5pPr marL="8361629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9804F76F-BD43-4A28-ACD0-81A4B2A686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76247" y="9767819"/>
            <a:ext cx="26981303" cy="691229"/>
          </a:xfrm>
          <a:prstGeom prst="rect">
            <a:avLst/>
          </a:prstGeom>
        </p:spPr>
        <p:txBody>
          <a:bodyPr lIns="0" tIns="0" rIns="0"/>
          <a:lstStyle>
            <a:lvl1pPr>
              <a:defRPr sz="4404">
                <a:solidFill>
                  <a:schemeClr val="bg1"/>
                </a:solidFill>
              </a:defRPr>
            </a:lvl1pPr>
            <a:lvl5pPr marL="8361629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>
            <a:extLst>
              <a:ext uri="{FF2B5EF4-FFF2-40B4-BE49-F238E27FC236}">
                <a16:creationId xmlns:a16="http://schemas.microsoft.com/office/drawing/2014/main" id="{A2B2A0E0-7079-491E-BA67-2AE00A778F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66875" y="11309349"/>
            <a:ext cx="13056939" cy="1077914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4574CB62-D4CD-495C-A2C6-BF9E4D3FBE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5884228" y="21705307"/>
            <a:ext cx="12377090" cy="296448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>
                <a:solidFill>
                  <a:schemeClr val="tx1"/>
                </a:solidFill>
              </a:defRPr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B757A85-1537-4D7D-8F21-ABE657BCC716}"/>
              </a:ext>
            </a:extLst>
          </p:cNvPr>
          <p:cNvCxnSpPr>
            <a:cxnSpLocks/>
          </p:cNvCxnSpPr>
          <p:nvPr userDrawn="1"/>
        </p:nvCxnSpPr>
        <p:spPr>
          <a:xfrm>
            <a:off x="1676247" y="38542166"/>
            <a:ext cx="26947722" cy="0"/>
          </a:xfrm>
          <a:prstGeom prst="line">
            <a:avLst/>
          </a:prstGeom>
          <a:ln w="60960" cap="rnd" cmpd="sng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311E130A-9E77-4FC1-9807-0B1C025B0B7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511836" y="39040596"/>
            <a:ext cx="13112135" cy="2108148"/>
          </a:xfrm>
          <a:prstGeom prst="rect">
            <a:avLst/>
          </a:prstGeom>
          <a:solidFill>
            <a:schemeClr val="bg1"/>
          </a:solidFill>
          <a:ln w="60960">
            <a:noFill/>
          </a:ln>
        </p:spPr>
        <p:txBody>
          <a:bodyPr lIns="396000" tIns="432000" rIns="396000" bIns="432000"/>
          <a:lstStyle>
            <a:lvl1pPr>
              <a:defRPr sz="1201">
                <a:solidFill>
                  <a:schemeClr val="tx1"/>
                </a:solidFill>
              </a:defRPr>
            </a:lvl1pPr>
            <a:lvl2pPr>
              <a:defRPr sz="1201"/>
            </a:lvl2pPr>
            <a:lvl3pPr>
              <a:defRPr sz="1201"/>
            </a:lvl3pPr>
            <a:lvl4pPr>
              <a:defRPr sz="1201"/>
            </a:lvl4pPr>
            <a:lvl5pPr>
              <a:defRPr sz="1201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06C9FA-149F-4DAE-AF20-EF8E17C121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666875" y="12387265"/>
            <a:ext cx="13056938" cy="11321254"/>
          </a:xfrm>
          <a:noFill/>
        </p:spPr>
        <p:txBody>
          <a:bodyPr lIns="396000" tIns="396000" rIns="396000" bIns="54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9370CD26-6711-4F79-98CC-7C1A4D01E5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5529863" y="22298205"/>
            <a:ext cx="13094106" cy="15739903"/>
          </a:xfrm>
        </p:spPr>
        <p:txBody>
          <a:bodyPr lIns="396000" tIns="396000" rIns="396000" bIns="54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>
            <a:extLst>
              <a:ext uri="{FF2B5EF4-FFF2-40B4-BE49-F238E27FC236}">
                <a16:creationId xmlns:a16="http://schemas.microsoft.com/office/drawing/2014/main" id="{3BA6E808-80EA-4335-8446-E8856FB78EA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691735" y="24366834"/>
            <a:ext cx="13032078" cy="1042989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>
            <a:extLst>
              <a:ext uri="{FF2B5EF4-FFF2-40B4-BE49-F238E27FC236}">
                <a16:creationId xmlns:a16="http://schemas.microsoft.com/office/drawing/2014/main" id="{D2D870DD-C02B-41C5-9BDB-226A0B8E3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691735" y="25413088"/>
            <a:ext cx="13032078" cy="12625020"/>
          </a:xfrm>
          <a:noFill/>
        </p:spPr>
        <p:txBody>
          <a:bodyPr lIns="396000" tIns="396000" rIns="396000" bIns="54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877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143" userDrawn="1">
          <p15:clr>
            <a:srgbClr val="5ACBF0"/>
          </p15:clr>
        </p15:guide>
        <p15:guide id="2" pos="6387" userDrawn="1">
          <p15:clr>
            <a:srgbClr val="5ACBF0"/>
          </p15:clr>
        </p15:guide>
        <p15:guide id="3" pos="6888" userDrawn="1">
          <p15:clr>
            <a:srgbClr val="5ACBF0"/>
          </p15:clr>
        </p15:guide>
        <p15:guide id="5" pos="12682" userDrawn="1">
          <p15:clr>
            <a:srgbClr val="5ACBF0"/>
          </p15:clr>
        </p15:guide>
        <p15:guide id="6" orient="horz" pos="23942" userDrawn="1">
          <p15:clr>
            <a:srgbClr val="5ACBF0"/>
          </p15:clr>
        </p15:guide>
        <p15:guide id="7" orient="horz" pos="24278" userDrawn="1">
          <p15:clr>
            <a:srgbClr val="9FCC3B"/>
          </p15:clr>
        </p15:guide>
        <p15:guide id="8" orient="horz" pos="6533" userDrawn="1">
          <p15:clr>
            <a:srgbClr val="5ACBF0"/>
          </p15:clr>
        </p15:guide>
        <p15:guide id="12" pos="12223" userDrawn="1">
          <p15:clr>
            <a:srgbClr val="5ACBF0"/>
          </p15:clr>
        </p15:guide>
        <p15:guide id="13" orient="horz" pos="2457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10" Type="http://schemas.openxmlformats.org/officeDocument/2006/relationships/image" Target="../media/image5.sv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4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emf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ußzeilenplatzhalter 4">
            <a:extLst>
              <a:ext uri="{FF2B5EF4-FFF2-40B4-BE49-F238E27FC236}">
                <a16:creationId xmlns:a16="http://schemas.microsoft.com/office/drawing/2014/main" id="{6020E99E-2EB0-4511-AE50-6105E7451F0A}"/>
              </a:ext>
            </a:extLst>
          </p:cNvPr>
          <p:cNvSpPr txBox="1">
            <a:spLocks/>
          </p:cNvSpPr>
          <p:nvPr userDrawn="1"/>
        </p:nvSpPr>
        <p:spPr>
          <a:xfrm>
            <a:off x="1677477" y="39037562"/>
            <a:ext cx="13122735" cy="2111752"/>
          </a:xfrm>
          <a:prstGeom prst="rect">
            <a:avLst/>
          </a:prstGeom>
          <a:ln w="60960">
            <a:solidFill>
              <a:schemeClr val="bg1">
                <a:lumMod val="65000"/>
              </a:schemeClr>
            </a:solidFill>
          </a:ln>
        </p:spPr>
        <p:txBody>
          <a:bodyPr lIns="396415" tIns="432453" rIns="396415" bIns="432453"/>
          <a:lstStyle>
            <a:defPPr>
              <a:defRPr lang="de-DE"/>
            </a:defPPr>
            <a:lvl1pPr marL="0" algn="l" defTabSz="4176431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88215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76431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64646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52861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41076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29292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17507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705722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1" dirty="0"/>
              <a:t>Technische Universität München</a:t>
            </a:r>
          </a:p>
          <a:p>
            <a:r>
              <a:rPr lang="de-DE" sz="1201" b="0" dirty="0"/>
              <a:t>TUM School </a:t>
            </a:r>
            <a:r>
              <a:rPr lang="de-DE" sz="1201" b="0" dirty="0" err="1"/>
              <a:t>of</a:t>
            </a:r>
            <a:r>
              <a:rPr lang="de-DE" sz="1201" b="0" dirty="0"/>
              <a:t> Mustertechnik</a:t>
            </a:r>
          </a:p>
          <a:p>
            <a:r>
              <a:rPr lang="de-DE" sz="1201" b="0" dirty="0"/>
              <a:t>Lehrstuhl für Musterverfahren</a:t>
            </a:r>
          </a:p>
          <a:p>
            <a:endParaRPr lang="de-DE" sz="1201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700D273-0B1F-4868-A86A-9B938192B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2363" y="10459047"/>
            <a:ext cx="26144935" cy="271621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pic>
        <p:nvPicPr>
          <p:cNvPr id="2" name="Picture Placeholder 38">
            <a:extLst>
              <a:ext uri="{FF2B5EF4-FFF2-40B4-BE49-F238E27FC236}">
                <a16:creationId xmlns:a16="http://schemas.microsoft.com/office/drawing/2014/main" id="{C667123E-122D-BD07-DADC-BB1EC3E647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" r="-162"/>
          <a:stretch/>
        </p:blipFill>
        <p:spPr>
          <a:xfrm>
            <a:off x="1079318" y="1314030"/>
            <a:ext cx="9738157" cy="194151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9855F87-065F-9D52-9672-329BF1E9E9C7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854435" y="1539352"/>
            <a:ext cx="2377969" cy="149086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C63A058-EF30-5EF3-AAD0-8DA13A469C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r="81934" b="-16765"/>
          <a:stretch/>
        </p:blipFill>
        <p:spPr>
          <a:xfrm>
            <a:off x="23004734" y="1539352"/>
            <a:ext cx="1695084" cy="174080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01D48799-3E75-3F7E-B994-7CB8FFF249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81992"/>
          <a:stretch/>
        </p:blipFill>
        <p:spPr>
          <a:xfrm>
            <a:off x="24411468" y="1539352"/>
            <a:ext cx="1689610" cy="14908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4" r:id="rId3"/>
    <p:sldLayoutId id="2147483656" r:id="rId4"/>
  </p:sldLayoutIdLst>
  <p:hf sldNum="0" hdr="0" dt="0"/>
  <p:txStyles>
    <p:titleStyle>
      <a:lvl1pPr algn="l" defTabSz="4180814" rtl="0" eaLnBrk="1" latinLnBrk="0" hangingPunct="1">
        <a:spcBef>
          <a:spcPct val="0"/>
        </a:spcBef>
        <a:buNone/>
        <a:defRPr lang="de-DE" sz="9409" kern="1200" baseline="0" smtClean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0" indent="0" algn="l" defTabSz="4180814" rtl="0" eaLnBrk="1" latinLnBrk="0" hangingPunct="1">
        <a:spcBef>
          <a:spcPct val="20000"/>
        </a:spcBef>
        <a:buFont typeface="Arial" pitchFamily="34" charset="0"/>
        <a:buNone/>
        <a:defRPr sz="5405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3396911" indent="-1306505" algn="l" defTabSz="4180814" rtl="0" eaLnBrk="1" latinLnBrk="0" hangingPunct="1">
        <a:spcBef>
          <a:spcPct val="20000"/>
        </a:spcBef>
        <a:buFont typeface="Arial" pitchFamily="34" charset="0"/>
        <a:buChar char="–"/>
        <a:defRPr sz="5405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5226018" indent="-1045204" algn="l" defTabSz="4180814" rtl="0" eaLnBrk="1" latinLnBrk="0" hangingPunct="1">
        <a:spcBef>
          <a:spcPct val="20000"/>
        </a:spcBef>
        <a:buFont typeface="Arial" pitchFamily="34" charset="0"/>
        <a:buChar char="•"/>
        <a:defRPr sz="5405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7316425" indent="-1045204" algn="l" defTabSz="4180814" rtl="0" eaLnBrk="1" latinLnBrk="0" hangingPunct="1">
        <a:spcBef>
          <a:spcPct val="20000"/>
        </a:spcBef>
        <a:buFont typeface="Arial" pitchFamily="34" charset="0"/>
        <a:buChar char="–"/>
        <a:defRPr sz="5405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9406833" indent="-1045204" algn="l" defTabSz="4180814" rtl="0" eaLnBrk="1" latinLnBrk="0" hangingPunct="1">
        <a:spcBef>
          <a:spcPct val="20000"/>
        </a:spcBef>
        <a:buFont typeface="Arial" pitchFamily="34" charset="0"/>
        <a:buChar char="»"/>
        <a:defRPr sz="5405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1497240" indent="-1045204" algn="l" defTabSz="4180814" rtl="0" eaLnBrk="1" latinLnBrk="0" hangingPunct="1">
        <a:spcBef>
          <a:spcPct val="20000"/>
        </a:spcBef>
        <a:buFont typeface="Arial" pitchFamily="34" charset="0"/>
        <a:buChar char="•"/>
        <a:defRPr sz="9110" kern="1200">
          <a:solidFill>
            <a:schemeClr val="tx1"/>
          </a:solidFill>
          <a:latin typeface="+mn-lt"/>
          <a:ea typeface="+mn-ea"/>
          <a:cs typeface="+mn-cs"/>
        </a:defRPr>
      </a:lvl6pPr>
      <a:lvl7pPr marL="13587647" indent="-1045204" algn="l" defTabSz="4180814" rtl="0" eaLnBrk="1" latinLnBrk="0" hangingPunct="1">
        <a:spcBef>
          <a:spcPct val="20000"/>
        </a:spcBef>
        <a:buFont typeface="Arial" pitchFamily="34" charset="0"/>
        <a:buChar char="•"/>
        <a:defRPr sz="9110" kern="1200">
          <a:solidFill>
            <a:schemeClr val="tx1"/>
          </a:solidFill>
          <a:latin typeface="+mn-lt"/>
          <a:ea typeface="+mn-ea"/>
          <a:cs typeface="+mn-cs"/>
        </a:defRPr>
      </a:lvl7pPr>
      <a:lvl8pPr marL="15678055" indent="-1045204" algn="l" defTabSz="4180814" rtl="0" eaLnBrk="1" latinLnBrk="0" hangingPunct="1">
        <a:spcBef>
          <a:spcPct val="20000"/>
        </a:spcBef>
        <a:buFont typeface="Arial" pitchFamily="34" charset="0"/>
        <a:buChar char="•"/>
        <a:defRPr sz="9110" kern="1200">
          <a:solidFill>
            <a:schemeClr val="tx1"/>
          </a:solidFill>
          <a:latin typeface="+mn-lt"/>
          <a:ea typeface="+mn-ea"/>
          <a:cs typeface="+mn-cs"/>
        </a:defRPr>
      </a:lvl8pPr>
      <a:lvl9pPr marL="17768462" indent="-1045204" algn="l" defTabSz="4180814" rtl="0" eaLnBrk="1" latinLnBrk="0" hangingPunct="1">
        <a:spcBef>
          <a:spcPct val="20000"/>
        </a:spcBef>
        <a:buFont typeface="Arial" pitchFamily="34" charset="0"/>
        <a:buChar char="•"/>
        <a:defRPr sz="91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180814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1pPr>
      <a:lvl2pPr marL="2090407" algn="l" defTabSz="4180814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2pPr>
      <a:lvl3pPr marL="4180814" algn="l" defTabSz="4180814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3pPr>
      <a:lvl4pPr marL="6271223" algn="l" defTabSz="4180814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4pPr>
      <a:lvl5pPr marL="8361629" algn="l" defTabSz="4180814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5pPr>
      <a:lvl6pPr marL="10452035" algn="l" defTabSz="4180814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6pPr>
      <a:lvl7pPr marL="12542444" algn="l" defTabSz="4180814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7pPr>
      <a:lvl8pPr marL="14632851" algn="l" defTabSz="4180814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8pPr>
      <a:lvl9pPr marL="16723258" algn="l" defTabSz="4180814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44" userDrawn="1">
          <p15:clr>
            <a:srgbClr val="F26B43"/>
          </p15:clr>
        </p15:guide>
        <p15:guide id="2" orient="horz" pos="2087" userDrawn="1">
          <p15:clr>
            <a:srgbClr val="F26B43"/>
          </p15:clr>
        </p15:guide>
        <p15:guide id="3" pos="1044" userDrawn="1">
          <p15:clr>
            <a:srgbClr val="F26B43"/>
          </p15:clr>
        </p15:guide>
        <p15:guide id="4" orient="horz" pos="2877" userDrawn="1">
          <p15:clr>
            <a:srgbClr val="F26B43"/>
          </p15:clr>
        </p15:guide>
        <p15:guide id="5" pos="18052" userDrawn="1">
          <p15:clr>
            <a:srgbClr val="F26B43"/>
          </p15:clr>
        </p15:guide>
        <p15:guide id="6" orient="horz" pos="2594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ild 6" descr="20150416 tum logo blau png final.png">
            <a:extLst>
              <a:ext uri="{FF2B5EF4-FFF2-40B4-BE49-F238E27FC236}">
                <a16:creationId xmlns:a16="http://schemas.microsoft.com/office/drawing/2014/main" id="{90D3CF34-B41C-434C-A6E1-96043BE8B45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512714" y="1652319"/>
            <a:ext cx="3148247" cy="1681942"/>
          </a:xfrm>
          <a:prstGeom prst="rect">
            <a:avLst/>
          </a:prstGeom>
        </p:spPr>
      </p:pic>
      <p:sp>
        <p:nvSpPr>
          <p:cNvPr id="17" name="Titelplatzhalter 1">
            <a:extLst>
              <a:ext uri="{FF2B5EF4-FFF2-40B4-BE49-F238E27FC236}">
                <a16:creationId xmlns:a16="http://schemas.microsoft.com/office/drawing/2014/main" id="{B59DA73A-4B0C-4569-BCA8-855153F424CA}"/>
              </a:ext>
            </a:extLst>
          </p:cNvPr>
          <p:cNvSpPr txBox="1">
            <a:spLocks/>
          </p:cNvSpPr>
          <p:nvPr userDrawn="1"/>
        </p:nvSpPr>
        <p:spPr>
          <a:xfrm>
            <a:off x="1632363" y="2809531"/>
            <a:ext cx="22181234" cy="62981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pPr marL="0" marR="0" lvl="0" indent="0" algn="l" defTabSz="4180814" rtl="0" eaLnBrk="1" fontAlgn="auto" latinLnBrk="0" hangingPunct="1">
              <a:lnSpc>
                <a:spcPts val="5006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354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j-ea"/>
                <a:cs typeface="Arial" pitchFamily="34" charset="0"/>
              </a:rPr>
              <a:t>Technische Universität München</a:t>
            </a:r>
            <a:endParaRPr kumimoji="0" lang="de-DE" sz="4354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23" name="Fußzeilenplatzhalter 4">
            <a:extLst>
              <a:ext uri="{FF2B5EF4-FFF2-40B4-BE49-F238E27FC236}">
                <a16:creationId xmlns:a16="http://schemas.microsoft.com/office/drawing/2014/main" id="{6020E99E-2EB0-4511-AE50-6105E7451F0A}"/>
              </a:ext>
            </a:extLst>
          </p:cNvPr>
          <p:cNvSpPr txBox="1">
            <a:spLocks/>
          </p:cNvSpPr>
          <p:nvPr userDrawn="1"/>
        </p:nvSpPr>
        <p:spPr>
          <a:xfrm>
            <a:off x="1677477" y="39037562"/>
            <a:ext cx="13122735" cy="2111752"/>
          </a:xfrm>
          <a:prstGeom prst="rect">
            <a:avLst/>
          </a:prstGeom>
          <a:solidFill>
            <a:schemeClr val="bg1"/>
          </a:solidFill>
          <a:ln w="60960">
            <a:noFill/>
          </a:ln>
        </p:spPr>
        <p:txBody>
          <a:bodyPr lIns="396415" tIns="432453" rIns="396415" bIns="432453"/>
          <a:lstStyle>
            <a:defPPr>
              <a:defRPr lang="de-DE"/>
            </a:defPPr>
            <a:lvl1pPr marL="0" algn="l" defTabSz="4176431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88215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76431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64646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52861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41076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29292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17507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705722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1" dirty="0"/>
              <a:t>Technische Universität München</a:t>
            </a:r>
          </a:p>
          <a:p>
            <a:r>
              <a:rPr lang="de-DE" sz="1201" b="0" dirty="0"/>
              <a:t>TUM School </a:t>
            </a:r>
            <a:r>
              <a:rPr lang="de-DE" sz="1201" b="0" dirty="0" err="1"/>
              <a:t>of</a:t>
            </a:r>
            <a:r>
              <a:rPr lang="de-DE" sz="1201" b="0" dirty="0"/>
              <a:t> Mustertechnik</a:t>
            </a:r>
          </a:p>
          <a:p>
            <a:r>
              <a:rPr lang="de-DE" sz="1201" b="0" dirty="0"/>
              <a:t>Lehrstuhl für Musterverfahren</a:t>
            </a:r>
          </a:p>
          <a:p>
            <a:endParaRPr lang="de-DE" sz="1201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700D273-0B1F-4868-A86A-9B938192B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2363" y="10459047"/>
            <a:ext cx="26144935" cy="271621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836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5" r:id="rId2"/>
    <p:sldLayoutId id="2147483657" r:id="rId3"/>
  </p:sldLayoutIdLst>
  <p:hf sldNum="0" hdr="0" dt="0"/>
  <p:txStyles>
    <p:titleStyle>
      <a:lvl1pPr algn="l" defTabSz="4180814" rtl="0" eaLnBrk="1" latinLnBrk="0" hangingPunct="1">
        <a:spcBef>
          <a:spcPct val="0"/>
        </a:spcBef>
        <a:buNone/>
        <a:defRPr lang="de-DE" sz="9409" kern="1200" baseline="0" smtClean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0" indent="0" algn="l" defTabSz="4180814" rtl="0" eaLnBrk="1" latinLnBrk="0" hangingPunct="1">
        <a:spcBef>
          <a:spcPct val="20000"/>
        </a:spcBef>
        <a:buFont typeface="Arial" pitchFamily="34" charset="0"/>
        <a:buNone/>
        <a:defRPr sz="5405" kern="120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1pPr>
      <a:lvl2pPr marL="3396911" indent="-1306505" algn="l" defTabSz="4180814" rtl="0" eaLnBrk="1" latinLnBrk="0" hangingPunct="1">
        <a:spcBef>
          <a:spcPct val="20000"/>
        </a:spcBef>
        <a:buFont typeface="Arial" pitchFamily="34" charset="0"/>
        <a:buChar char="–"/>
        <a:defRPr sz="5405" kern="120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2pPr>
      <a:lvl3pPr marL="5226018" indent="-1045204" algn="l" defTabSz="4180814" rtl="0" eaLnBrk="1" latinLnBrk="0" hangingPunct="1">
        <a:spcBef>
          <a:spcPct val="20000"/>
        </a:spcBef>
        <a:buFont typeface="Arial" pitchFamily="34" charset="0"/>
        <a:buChar char="•"/>
        <a:defRPr sz="5405" kern="120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3pPr>
      <a:lvl4pPr marL="7316425" indent="-1045204" algn="l" defTabSz="4180814" rtl="0" eaLnBrk="1" latinLnBrk="0" hangingPunct="1">
        <a:spcBef>
          <a:spcPct val="20000"/>
        </a:spcBef>
        <a:buFont typeface="Arial" pitchFamily="34" charset="0"/>
        <a:buChar char="–"/>
        <a:defRPr sz="5405" kern="120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4pPr>
      <a:lvl5pPr marL="9406833" indent="-1045204" algn="l" defTabSz="4180814" rtl="0" eaLnBrk="1" latinLnBrk="0" hangingPunct="1">
        <a:spcBef>
          <a:spcPct val="20000"/>
        </a:spcBef>
        <a:buFont typeface="Arial" pitchFamily="34" charset="0"/>
        <a:buChar char="»"/>
        <a:defRPr sz="5405" kern="120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5pPr>
      <a:lvl6pPr marL="11497240" indent="-1045204" algn="l" defTabSz="4180814" rtl="0" eaLnBrk="1" latinLnBrk="0" hangingPunct="1">
        <a:spcBef>
          <a:spcPct val="20000"/>
        </a:spcBef>
        <a:buFont typeface="Arial" pitchFamily="34" charset="0"/>
        <a:buChar char="•"/>
        <a:defRPr sz="9110" kern="1200">
          <a:solidFill>
            <a:schemeClr val="tx1"/>
          </a:solidFill>
          <a:latin typeface="+mn-lt"/>
          <a:ea typeface="+mn-ea"/>
          <a:cs typeface="+mn-cs"/>
        </a:defRPr>
      </a:lvl6pPr>
      <a:lvl7pPr marL="13587647" indent="-1045204" algn="l" defTabSz="4180814" rtl="0" eaLnBrk="1" latinLnBrk="0" hangingPunct="1">
        <a:spcBef>
          <a:spcPct val="20000"/>
        </a:spcBef>
        <a:buFont typeface="Arial" pitchFamily="34" charset="0"/>
        <a:buChar char="•"/>
        <a:defRPr sz="9110" kern="1200">
          <a:solidFill>
            <a:schemeClr val="tx1"/>
          </a:solidFill>
          <a:latin typeface="+mn-lt"/>
          <a:ea typeface="+mn-ea"/>
          <a:cs typeface="+mn-cs"/>
        </a:defRPr>
      </a:lvl7pPr>
      <a:lvl8pPr marL="15678055" indent="-1045204" algn="l" defTabSz="4180814" rtl="0" eaLnBrk="1" latinLnBrk="0" hangingPunct="1">
        <a:spcBef>
          <a:spcPct val="20000"/>
        </a:spcBef>
        <a:buFont typeface="Arial" pitchFamily="34" charset="0"/>
        <a:buChar char="•"/>
        <a:defRPr sz="9110" kern="1200">
          <a:solidFill>
            <a:schemeClr val="tx1"/>
          </a:solidFill>
          <a:latin typeface="+mn-lt"/>
          <a:ea typeface="+mn-ea"/>
          <a:cs typeface="+mn-cs"/>
        </a:defRPr>
      </a:lvl8pPr>
      <a:lvl9pPr marL="17768462" indent="-1045204" algn="l" defTabSz="4180814" rtl="0" eaLnBrk="1" latinLnBrk="0" hangingPunct="1">
        <a:spcBef>
          <a:spcPct val="20000"/>
        </a:spcBef>
        <a:buFont typeface="Arial" pitchFamily="34" charset="0"/>
        <a:buChar char="•"/>
        <a:defRPr sz="91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180814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1pPr>
      <a:lvl2pPr marL="2090407" algn="l" defTabSz="4180814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2pPr>
      <a:lvl3pPr marL="4180814" algn="l" defTabSz="4180814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3pPr>
      <a:lvl4pPr marL="6271223" algn="l" defTabSz="4180814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4pPr>
      <a:lvl5pPr marL="8361629" algn="l" defTabSz="4180814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5pPr>
      <a:lvl6pPr marL="10452035" algn="l" defTabSz="4180814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6pPr>
      <a:lvl7pPr marL="12542444" algn="l" defTabSz="4180814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7pPr>
      <a:lvl8pPr marL="14632851" algn="l" defTabSz="4180814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8pPr>
      <a:lvl9pPr marL="16723258" algn="l" defTabSz="4180814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44" userDrawn="1">
          <p15:clr>
            <a:srgbClr val="F26B43"/>
          </p15:clr>
        </p15:guide>
        <p15:guide id="2" orient="horz" pos="2087" userDrawn="1">
          <p15:clr>
            <a:srgbClr val="F26B43"/>
          </p15:clr>
        </p15:guide>
        <p15:guide id="3" pos="1044" userDrawn="1">
          <p15:clr>
            <a:srgbClr val="F26B43"/>
          </p15:clr>
        </p15:guide>
        <p15:guide id="4" orient="horz" pos="2877" userDrawn="1">
          <p15:clr>
            <a:srgbClr val="F26B43"/>
          </p15:clr>
        </p15:guide>
        <p15:guide id="5" pos="18052" userDrawn="1">
          <p15:clr>
            <a:srgbClr val="F26B43"/>
          </p15:clr>
        </p15:guide>
        <p15:guide id="6" orient="horz" pos="2594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hyperlink" Target="https://tscnlab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0BAEBEFB-AA7E-4697-936D-6B8B7A0C6BA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20052404" y="29079507"/>
            <a:ext cx="9180000" cy="1042988"/>
          </a:xfrm>
          <a:solidFill>
            <a:srgbClr val="FFF9DD"/>
          </a:solidFill>
          <a:ln>
            <a:noFill/>
          </a:ln>
        </p:spPr>
        <p:txBody>
          <a:bodyPr/>
          <a:lstStyle/>
          <a:p>
            <a:r>
              <a:rPr lang="en-GB" dirty="0">
                <a:solidFill>
                  <a:sysClr val="windowText" lastClr="000000"/>
                </a:solidFill>
              </a:rPr>
              <a:t>Conclusions</a:t>
            </a:r>
            <a:endParaRPr lang="de-DE" dirty="0">
              <a:solidFill>
                <a:sysClr val="windowText" lastClr="000000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893D962-C634-4949-9527-D5ACBEEDDAD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20029458" y="20211891"/>
            <a:ext cx="9180000" cy="1042988"/>
          </a:xfrm>
          <a:solidFill>
            <a:srgbClr val="FFF9DD"/>
          </a:solidFill>
          <a:ln>
            <a:noFill/>
          </a:ln>
        </p:spPr>
        <p:txBody>
          <a:bodyPr/>
          <a:lstStyle/>
          <a:p>
            <a:r>
              <a:rPr lang="en-GB" dirty="0">
                <a:solidFill>
                  <a:sysClr val="windowText" lastClr="000000"/>
                </a:solidFill>
              </a:rPr>
              <a:t>Plot 2</a:t>
            </a:r>
            <a:endParaRPr lang="de-DE" dirty="0">
              <a:solidFill>
                <a:sysClr val="windowText" lastClr="000000"/>
              </a:solidFill>
            </a:endParaRP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1303ABA-52A3-4956-A24F-8A7BE0F2977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79318" y="4627138"/>
            <a:ext cx="21164621" cy="3024335"/>
          </a:xfrm>
        </p:spPr>
        <p:txBody>
          <a:bodyPr>
            <a:normAutofit lnSpcReduction="10000"/>
          </a:bodyPr>
          <a:lstStyle/>
          <a:p>
            <a:r>
              <a:rPr lang="de-DE" dirty="0"/>
              <a:t>Title</a:t>
            </a:r>
          </a:p>
          <a:p>
            <a:r>
              <a:rPr lang="de-DE" dirty="0"/>
              <a:t>Title </a:t>
            </a:r>
            <a:r>
              <a:rPr lang="de-DE" dirty="0" err="1"/>
              <a:t>second</a:t>
            </a:r>
            <a:r>
              <a:rPr lang="de-DE" dirty="0"/>
              <a:t> </a:t>
            </a:r>
            <a:r>
              <a:rPr lang="de-DE" dirty="0" err="1"/>
              <a:t>line</a:t>
            </a:r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8593141-090C-43F7-A695-48E0B96C5F7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79318" y="7917821"/>
            <a:ext cx="26966234" cy="1576659"/>
          </a:xfrm>
        </p:spPr>
        <p:txBody>
          <a:bodyPr>
            <a:normAutofit fontScale="77500" lnSpcReduction="20000"/>
          </a:bodyPr>
          <a:lstStyle/>
          <a:p>
            <a:r>
              <a:rPr lang="en-GB" dirty="0">
                <a:solidFill>
                  <a:srgbClr val="333333"/>
                </a:solidFill>
              </a:rPr>
              <a:t>Author</a:t>
            </a:r>
            <a:r>
              <a:rPr lang="en-GB" baseline="30000" dirty="0">
                <a:solidFill>
                  <a:srgbClr val="333333"/>
                </a:solidFill>
              </a:rPr>
              <a:t>1, *</a:t>
            </a:r>
            <a:r>
              <a:rPr lang="en-GB" dirty="0">
                <a:solidFill>
                  <a:srgbClr val="333333"/>
                </a:solidFill>
              </a:rPr>
              <a:t>, Author</a:t>
            </a:r>
            <a:r>
              <a:rPr lang="en-GB" baseline="30000" dirty="0">
                <a:solidFill>
                  <a:srgbClr val="333333"/>
                </a:solidFill>
              </a:rPr>
              <a:t>2</a:t>
            </a:r>
            <a:r>
              <a:rPr lang="en-GB" dirty="0">
                <a:solidFill>
                  <a:srgbClr val="333333"/>
                </a:solidFill>
              </a:rPr>
              <a:t>, Author</a:t>
            </a:r>
            <a:r>
              <a:rPr lang="en-GB" baseline="30000" dirty="0">
                <a:solidFill>
                  <a:srgbClr val="333333"/>
                </a:solidFill>
              </a:rPr>
              <a:t>3</a:t>
            </a:r>
            <a:r>
              <a:rPr lang="en-GB" dirty="0">
                <a:solidFill>
                  <a:srgbClr val="333333"/>
                </a:solidFill>
              </a:rPr>
              <a:t>, Author</a:t>
            </a:r>
            <a:r>
              <a:rPr lang="en-GB" baseline="30000" dirty="0">
                <a:solidFill>
                  <a:srgbClr val="333333"/>
                </a:solidFill>
              </a:rPr>
              <a:t>4</a:t>
            </a:r>
            <a:endParaRPr lang="en-GB" dirty="0">
              <a:solidFill>
                <a:srgbClr val="333333"/>
              </a:solidFill>
            </a:endParaRPr>
          </a:p>
          <a:p>
            <a:r>
              <a:rPr lang="en-GB" dirty="0">
                <a:solidFill>
                  <a:srgbClr val="333333"/>
                </a:solidFill>
              </a:rPr>
              <a:t>Author second line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85412E8E-56DE-4238-8FF5-F65E4DEE4D9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84508" y="9764040"/>
            <a:ext cx="28113631" cy="1333688"/>
          </a:xfrm>
        </p:spPr>
        <p:txBody>
          <a:bodyPr>
            <a:normAutofit fontScale="92500" lnSpcReduction="10000"/>
          </a:bodyPr>
          <a:lstStyle/>
          <a:p>
            <a:r>
              <a:rPr lang="en-GB" baseline="30000" dirty="0">
                <a:solidFill>
                  <a:srgbClr val="808080"/>
                </a:solidFill>
              </a:rPr>
              <a:t>1</a:t>
            </a:r>
            <a:r>
              <a:rPr lang="en-GB" dirty="0">
                <a:solidFill>
                  <a:srgbClr val="808080"/>
                </a:solidFill>
              </a:rPr>
              <a:t>Institution 1, </a:t>
            </a:r>
            <a:r>
              <a:rPr lang="en-GB" baseline="30000" dirty="0">
                <a:solidFill>
                  <a:srgbClr val="808080"/>
                </a:solidFill>
              </a:rPr>
              <a:t>2</a:t>
            </a:r>
            <a:r>
              <a:rPr lang="en-GB" dirty="0">
                <a:solidFill>
                  <a:srgbClr val="808080"/>
                </a:solidFill>
              </a:rPr>
              <a:t>Institution 2, </a:t>
            </a:r>
            <a:r>
              <a:rPr lang="en-GB" baseline="30000" dirty="0">
                <a:solidFill>
                  <a:srgbClr val="808080"/>
                </a:solidFill>
              </a:rPr>
              <a:t>3</a:t>
            </a:r>
            <a:r>
              <a:rPr lang="en-GB" dirty="0">
                <a:solidFill>
                  <a:srgbClr val="808080"/>
                </a:solidFill>
              </a:rPr>
              <a:t>Institution, </a:t>
            </a:r>
            <a:r>
              <a:rPr lang="en-GB" baseline="30000" dirty="0">
                <a:solidFill>
                  <a:srgbClr val="808080"/>
                </a:solidFill>
              </a:rPr>
              <a:t>4</a:t>
            </a:r>
            <a:r>
              <a:rPr lang="en-GB" dirty="0">
                <a:solidFill>
                  <a:srgbClr val="808080"/>
                </a:solidFill>
              </a:rPr>
              <a:t>Institution 4</a:t>
            </a:r>
          </a:p>
          <a:p>
            <a:r>
              <a:rPr lang="en-GB" dirty="0">
                <a:solidFill>
                  <a:srgbClr val="808080"/>
                </a:solidFill>
              </a:rPr>
              <a:t>Institution second line</a:t>
            </a:r>
            <a:endParaRPr lang="de-DE" dirty="0">
              <a:solidFill>
                <a:srgbClr val="808080"/>
              </a:solidFill>
            </a:endParaRP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3C8A5E6-9903-4D1B-81D3-29382CC9118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076116" y="11325344"/>
            <a:ext cx="9180000" cy="1042988"/>
          </a:xfrm>
          <a:solidFill>
            <a:srgbClr val="FFF9DD"/>
          </a:solidFill>
          <a:ln>
            <a:noFill/>
          </a:ln>
        </p:spPr>
        <p:txBody>
          <a:bodyPr/>
          <a:lstStyle/>
          <a:p>
            <a:r>
              <a:rPr lang="en-GB" dirty="0">
                <a:solidFill>
                  <a:sysClr val="windowText" lastClr="000000"/>
                </a:solidFill>
              </a:rPr>
              <a:t>Background</a:t>
            </a:r>
            <a:endParaRPr lang="de-DE" dirty="0">
              <a:solidFill>
                <a:sysClr val="windowText" lastClr="000000"/>
              </a:solidFill>
            </a:endParaRP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4E39622A-8AAA-4214-B818-A2250C0C490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79319" y="12297925"/>
            <a:ext cx="9179998" cy="14308138"/>
          </a:xfrm>
          <a:ln>
            <a:noFill/>
          </a:ln>
        </p:spPr>
        <p:txBody>
          <a:bodyPr/>
          <a:lstStyle/>
          <a:p>
            <a:r>
              <a:rPr lang="en-GB" dirty="0"/>
              <a:t>…</a:t>
            </a:r>
            <a:endParaRPr lang="de-DE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4DC299A0-A8CC-4DBF-96F2-0D4E7E9E6E9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0565861" y="12404452"/>
            <a:ext cx="9145737" cy="25597918"/>
          </a:xfrm>
        </p:spPr>
        <p:txBody>
          <a:bodyPr/>
          <a:lstStyle/>
          <a:p>
            <a:r>
              <a:rPr lang="en-GB" dirty="0"/>
              <a:t>…</a:t>
            </a:r>
            <a:endParaRPr lang="de-DE" dirty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3A509101-3524-44B2-BB37-370AA3282CDA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r>
              <a:rPr lang="en-GB" dirty="0"/>
              <a:t>…</a:t>
            </a:r>
            <a:endParaRPr lang="de-DE" dirty="0"/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69122B26-3743-4167-B268-FFF9EC0BE53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20052406" y="12404452"/>
            <a:ext cx="9157051" cy="7537880"/>
          </a:xfrm>
        </p:spPr>
        <p:txBody>
          <a:bodyPr/>
          <a:lstStyle/>
          <a:p>
            <a:r>
              <a:rPr lang="en-GB" dirty="0"/>
              <a:t>…</a:t>
            </a:r>
            <a:endParaRPr lang="de-DE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F9420EBD-28F9-450A-984D-ECD2C61B3FF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0018140" y="30153099"/>
            <a:ext cx="9179999" cy="7898133"/>
          </a:xfrm>
        </p:spPr>
        <p:txBody>
          <a:bodyPr/>
          <a:lstStyle/>
          <a:p>
            <a:r>
              <a:rPr lang="en-GB" dirty="0"/>
              <a:t>…</a:t>
            </a:r>
            <a:endParaRPr lang="de-DE" dirty="0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89CE5172-239D-41E3-BD6F-29755FB806B3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102266" y="27018546"/>
            <a:ext cx="9180000" cy="1042988"/>
          </a:xfrm>
          <a:solidFill>
            <a:srgbClr val="FFF9DD"/>
          </a:solidFill>
          <a:ln>
            <a:noFill/>
          </a:ln>
        </p:spPr>
        <p:txBody>
          <a:bodyPr/>
          <a:lstStyle/>
          <a:p>
            <a:r>
              <a:rPr lang="en-GB" dirty="0">
                <a:solidFill>
                  <a:sysClr val="windowText" lastClr="000000"/>
                </a:solidFill>
              </a:rPr>
              <a:t>Methods</a:t>
            </a:r>
            <a:endParaRPr lang="de-DE" dirty="0">
              <a:solidFill>
                <a:sysClr val="windowText" lastClr="000000"/>
              </a:solidFill>
            </a:endParaRP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D5FDA728-F149-4149-8252-80294CAC100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079319" y="28180427"/>
            <a:ext cx="9179998" cy="9819603"/>
          </a:xfrm>
        </p:spPr>
        <p:txBody>
          <a:bodyPr/>
          <a:lstStyle/>
          <a:p>
            <a:r>
              <a:rPr lang="en-GB" dirty="0"/>
              <a:t>…</a:t>
            </a:r>
            <a:endParaRPr lang="de-DE" dirty="0"/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CF85BD72-1713-43B2-8FBE-0553DB8AF168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10565861" y="11280064"/>
            <a:ext cx="9180000" cy="1042988"/>
          </a:xfrm>
          <a:solidFill>
            <a:srgbClr val="FFF9DD"/>
          </a:solidFill>
          <a:ln>
            <a:noFill/>
          </a:ln>
        </p:spPr>
        <p:txBody>
          <a:bodyPr/>
          <a:lstStyle/>
          <a:p>
            <a:r>
              <a:rPr lang="en-GB" dirty="0">
                <a:solidFill>
                  <a:sysClr val="windowText" lastClr="000000"/>
                </a:solidFill>
              </a:rPr>
              <a:t>Analysis &amp; Results</a:t>
            </a:r>
            <a:endParaRPr lang="de-DE" dirty="0">
              <a:solidFill>
                <a:sysClr val="windowText" lastClr="000000"/>
              </a:solidFill>
            </a:endParaRP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71D8EDC7-32CB-4120-8293-A03B7D6D28AF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20052404" y="11344276"/>
            <a:ext cx="9180000" cy="1042988"/>
          </a:xfrm>
          <a:solidFill>
            <a:srgbClr val="FFF9DD"/>
          </a:solidFill>
          <a:ln>
            <a:noFill/>
          </a:ln>
        </p:spPr>
        <p:txBody>
          <a:bodyPr/>
          <a:lstStyle/>
          <a:p>
            <a:r>
              <a:rPr lang="en-GB" dirty="0">
                <a:solidFill>
                  <a:sysClr val="windowText" lastClr="000000"/>
                </a:solidFill>
              </a:rPr>
              <a:t>Plot 1</a:t>
            </a:r>
            <a:endParaRPr lang="de-DE" dirty="0">
              <a:solidFill>
                <a:sysClr val="windowText" lastClr="0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2CA0D9-F28A-1A8E-926A-6C922CE9DA46}"/>
              </a:ext>
            </a:extLst>
          </p:cNvPr>
          <p:cNvSpPr/>
          <p:nvPr/>
        </p:nvSpPr>
        <p:spPr>
          <a:xfrm>
            <a:off x="10565863" y="11305977"/>
            <a:ext cx="9180000" cy="26732134"/>
          </a:xfrm>
          <a:prstGeom prst="rect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0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0BFDFB-C119-28A7-BBC2-3BCB5FAD7081}"/>
              </a:ext>
            </a:extLst>
          </p:cNvPr>
          <p:cNvSpPr/>
          <p:nvPr/>
        </p:nvSpPr>
        <p:spPr>
          <a:xfrm>
            <a:off x="1079318" y="11305977"/>
            <a:ext cx="9180000" cy="15426877"/>
          </a:xfrm>
          <a:prstGeom prst="rect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0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214E82-C221-207D-BE08-EEC1E6402ECF}"/>
              </a:ext>
            </a:extLst>
          </p:cNvPr>
          <p:cNvSpPr/>
          <p:nvPr/>
        </p:nvSpPr>
        <p:spPr>
          <a:xfrm>
            <a:off x="1076116" y="27059081"/>
            <a:ext cx="9180000" cy="10981484"/>
          </a:xfrm>
          <a:prstGeom prst="rect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0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3584B6-BDA5-0F52-5815-3B18A01BB474}"/>
              </a:ext>
            </a:extLst>
          </p:cNvPr>
          <p:cNvSpPr/>
          <p:nvPr/>
        </p:nvSpPr>
        <p:spPr>
          <a:xfrm>
            <a:off x="20039051" y="29110111"/>
            <a:ext cx="9180000" cy="8928000"/>
          </a:xfrm>
          <a:prstGeom prst="rect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01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81BCF9D-A4C8-7BBA-1F22-38E1C02AB3C1}"/>
              </a:ext>
            </a:extLst>
          </p:cNvPr>
          <p:cNvSpPr/>
          <p:nvPr/>
        </p:nvSpPr>
        <p:spPr>
          <a:xfrm>
            <a:off x="20039051" y="20211891"/>
            <a:ext cx="9180000" cy="8640000"/>
          </a:xfrm>
          <a:prstGeom prst="rect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0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B4607A-9CBC-81EB-C253-8E799BE5D461}"/>
              </a:ext>
            </a:extLst>
          </p:cNvPr>
          <p:cNvSpPr/>
          <p:nvPr/>
        </p:nvSpPr>
        <p:spPr>
          <a:xfrm>
            <a:off x="20052407" y="11302332"/>
            <a:ext cx="9180000" cy="8640000"/>
          </a:xfrm>
          <a:prstGeom prst="rect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01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AEFC942-6D70-06AB-91E0-92DE376DD2A5}"/>
              </a:ext>
            </a:extLst>
          </p:cNvPr>
          <p:cNvSpPr txBox="1"/>
          <p:nvPr/>
        </p:nvSpPr>
        <p:spPr>
          <a:xfrm>
            <a:off x="1079319" y="38902206"/>
            <a:ext cx="80648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latin typeface="Arial" panose="020B0604020202020204" pitchFamily="34" charset="0"/>
              </a:rPr>
              <a:t>References</a:t>
            </a:r>
            <a:br>
              <a:rPr lang="en-GB" sz="3600" b="1" dirty="0">
                <a:latin typeface="Arial" panose="020B0604020202020204" pitchFamily="34" charset="0"/>
              </a:rPr>
            </a:br>
            <a:r>
              <a:rPr lang="en-GB" sz="2800" dirty="0">
                <a:latin typeface="Arial" panose="020B0604020202020204" pitchFamily="34" charset="0"/>
              </a:rPr>
              <a:t>Insert here</a:t>
            </a:r>
            <a:endParaRPr lang="en-GB" sz="2800" b="1" dirty="0">
              <a:latin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A74E6C1-F6BE-A274-08E0-C05C16DF239D}"/>
              </a:ext>
            </a:extLst>
          </p:cNvPr>
          <p:cNvSpPr txBox="1"/>
          <p:nvPr/>
        </p:nvSpPr>
        <p:spPr>
          <a:xfrm>
            <a:off x="10565863" y="38885050"/>
            <a:ext cx="80648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latin typeface="Arial" panose="020B0604020202020204" pitchFamily="34" charset="0"/>
              </a:rPr>
              <a:t>Funding &amp; Acknowledgements</a:t>
            </a:r>
          </a:p>
          <a:p>
            <a:r>
              <a:rPr lang="en-GB" sz="2800" dirty="0">
                <a:latin typeface="Arial" panose="020B0604020202020204" pitchFamily="34" charset="0"/>
              </a:rPr>
              <a:t>Insert here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99DFF86-9200-0652-728E-1E291CD52858}"/>
              </a:ext>
            </a:extLst>
          </p:cNvPr>
          <p:cNvSpPr txBox="1"/>
          <p:nvPr/>
        </p:nvSpPr>
        <p:spPr>
          <a:xfrm>
            <a:off x="20018140" y="38885045"/>
            <a:ext cx="8285062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latin typeface="Arial" panose="020B0604020202020204" pitchFamily="34" charset="0"/>
              </a:rPr>
              <a:t>Contact</a:t>
            </a:r>
            <a:endParaRPr lang="en-GB" sz="2800" b="1" dirty="0">
              <a:latin typeface="Arial" panose="020B0604020202020204" pitchFamily="34" charset="0"/>
            </a:endParaRPr>
          </a:p>
          <a:p>
            <a:r>
              <a:rPr lang="en-GB" sz="2800" dirty="0" err="1">
                <a:latin typeface="Arial" panose="020B0604020202020204" pitchFamily="34" charset="0"/>
              </a:rPr>
              <a:t>first.name@tum.de</a:t>
            </a:r>
            <a:endParaRPr lang="en-GB" sz="2800" dirty="0">
              <a:latin typeface="Arial" panose="020B0604020202020204" pitchFamily="34" charset="0"/>
            </a:endParaRPr>
          </a:p>
          <a:p>
            <a:r>
              <a:rPr lang="en-GB" sz="2800" dirty="0">
                <a:latin typeface="Arial" panose="020B0604020202020204" pitchFamily="34" charset="0"/>
              </a:rPr>
              <a:t>ORCID</a:t>
            </a:r>
          </a:p>
          <a:p>
            <a:endParaRPr lang="en-GB" sz="2800" dirty="0">
              <a:latin typeface="Arial" panose="020B0604020202020204" pitchFamily="34" charset="0"/>
            </a:endParaRPr>
          </a:p>
          <a:p>
            <a:r>
              <a:rPr lang="en-GB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https://tscnlab.org/</a:t>
            </a:r>
            <a:r>
              <a:rPr lang="en-GB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53" name="Picture 52" descr="Shape&#10;&#10;Description automatically generated with low confidence">
            <a:extLst>
              <a:ext uri="{FF2B5EF4-FFF2-40B4-BE49-F238E27FC236}">
                <a16:creationId xmlns:a16="http://schemas.microsoft.com/office/drawing/2014/main" id="{DAD4F46D-F44A-BC2F-F4E2-A4490F6EEF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28259" y="38898167"/>
            <a:ext cx="2369880" cy="2369880"/>
          </a:xfrm>
          <a:prstGeom prst="rect">
            <a:avLst/>
          </a:prstGeom>
        </p:spPr>
      </p:pic>
      <p:pic>
        <p:nvPicPr>
          <p:cNvPr id="39" name="Picture Placeholder 38">
            <a:extLst>
              <a:ext uri="{FF2B5EF4-FFF2-40B4-BE49-F238E27FC236}">
                <a16:creationId xmlns:a16="http://schemas.microsoft.com/office/drawing/2014/main" id="{F8510C63-65C8-FC85-3A1A-FF5B9EFE3087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463" t="-30589" r="-3275" b="-25181"/>
          <a:stretch/>
        </p:blipFill>
        <p:spPr>
          <a:xfrm>
            <a:off x="754262" y="720123"/>
            <a:ext cx="10945216" cy="3024335"/>
          </a:xfr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B0BAE01B-5358-D34E-977A-8A214B93AA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854435" y="1539352"/>
            <a:ext cx="2377969" cy="1490868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E6B1D131-480E-F9BD-FE37-451E6980CCDF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r="81934" b="-16765"/>
          <a:stretch/>
        </p:blipFill>
        <p:spPr>
          <a:xfrm>
            <a:off x="23004734" y="1539352"/>
            <a:ext cx="1695084" cy="1740805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505CDC3B-8EEE-4CA3-867C-A2A5CCB5E353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81992"/>
          <a:stretch/>
        </p:blipFill>
        <p:spPr>
          <a:xfrm>
            <a:off x="24411468" y="1539352"/>
            <a:ext cx="1689610" cy="1490868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5AFAD167-9AC1-68C7-54DA-E0EFBD7AFAEC}"/>
              </a:ext>
            </a:extLst>
          </p:cNvPr>
          <p:cNvSpPr/>
          <p:nvPr/>
        </p:nvSpPr>
        <p:spPr>
          <a:xfrm>
            <a:off x="23004734" y="3690294"/>
            <a:ext cx="6227670" cy="1490868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4000" dirty="0">
                <a:solidFill>
                  <a:schemeClr val="bg1">
                    <a:lumMod val="65000"/>
                  </a:schemeClr>
                </a:solidFill>
              </a:rPr>
              <a:t>Space for collaborator logos (please delete)</a:t>
            </a:r>
          </a:p>
        </p:txBody>
      </p:sp>
      <p:sp>
        <p:nvSpPr>
          <p:cNvPr id="38" name="Rectangular Callout 37">
            <a:extLst>
              <a:ext uri="{FF2B5EF4-FFF2-40B4-BE49-F238E27FC236}">
                <a16:creationId xmlns:a16="http://schemas.microsoft.com/office/drawing/2014/main" id="{2D8CDE39-3B6B-6717-CB22-66739B94ACD2}"/>
              </a:ext>
            </a:extLst>
          </p:cNvPr>
          <p:cNvSpPr/>
          <p:nvPr/>
        </p:nvSpPr>
        <p:spPr>
          <a:xfrm>
            <a:off x="18617359" y="5659744"/>
            <a:ext cx="10618284" cy="4608512"/>
          </a:xfrm>
          <a:prstGeom prst="wedgeRectCallou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DE" sz="3600" dirty="0"/>
              <a:t>Information (please delete):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DE" sz="3600" dirty="0"/>
              <a:t>Use Arial, Helvetica, Helvetica Neue or TUM Neue Helvetica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DE" sz="3600" dirty="0"/>
              <a:t>You can reshape the boxes to fit to your poster content.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DE" sz="3600" dirty="0"/>
              <a:t>You can remove the boxes or recolour them, preferably in pastel colours.</a:t>
            </a:r>
          </a:p>
        </p:txBody>
      </p:sp>
    </p:spTree>
    <p:extLst>
      <p:ext uri="{BB962C8B-B14F-4D97-AF65-F5344CB8AC3E}">
        <p14:creationId xmlns:p14="http://schemas.microsoft.com/office/powerpoint/2010/main" val="1098892044"/>
      </p:ext>
    </p:extLst>
  </p:cSld>
  <p:clrMapOvr>
    <a:masterClrMapping/>
  </p:clrMapOvr>
</p:sld>
</file>

<file path=ppt/theme/theme1.xml><?xml version="1.0" encoding="utf-8"?>
<a:theme xmlns:a="http://schemas.openxmlformats.org/drawingml/2006/main" name="weißer Hintergrund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SCN_PosterTemplate_LH-25042023.pptx" id="{FB4A0891-F2AC-4F65-ACE3-88EAD5A2B79D}" vid="{1C9D5C76-FD33-4404-BCBC-43D798996ACD}"/>
    </a:ext>
  </a:extLst>
</a:theme>
</file>

<file path=ppt/theme/theme2.xml><?xml version="1.0" encoding="utf-8"?>
<a:theme xmlns:a="http://schemas.openxmlformats.org/drawingml/2006/main" name="blauer Hintergrund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SCN_PosterTemplate_LH-25042023.pptx" id="{FB4A0891-F2AC-4F65-ACE3-88EAD5A2B79D}" vid="{DFE3EB27-A25E-4D20-8F33-393031949FDE}"/>
    </a:ext>
  </a:extLst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weißer Hintergrund</Template>
  <TotalTime>27</TotalTime>
  <Words>118</Words>
  <Application>Microsoft Macintosh PowerPoint</Application>
  <PresentationFormat>Custom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weißer Hintergrund</vt:lpstr>
      <vt:lpstr>blauer Hintergrund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Manuel Spitschan</dc:creator>
  <dc:description>Rechteinhaber: Technische Universität München, https://www.tum.de_x000d_
Gestaltung: ediundsepp Gestaltungsgesellschaft, München, http://www.ediundsepp.de_x000d_
Technische Umsetzung: eWorks GmbH, Frankfurt am Main, http://www.eworks.de</dc:description>
  <cp:lastModifiedBy>Manuel Spitschan</cp:lastModifiedBy>
  <cp:revision>16</cp:revision>
  <dcterms:created xsi:type="dcterms:W3CDTF">2023-04-28T12:04:46Z</dcterms:created>
  <dcterms:modified xsi:type="dcterms:W3CDTF">2024-01-16T12:40:33Z</dcterms:modified>
</cp:coreProperties>
</file>
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29" r:id="rId1"/>
    <p:sldMasterId id="2147483937" r:id="rId2"/>
  </p:sldMasterIdLst>
  <p:notesMasterIdLst>
    <p:notesMasterId r:id="rId15"/>
  </p:notesMasterIdLst>
  <p:handoutMasterIdLst>
    <p:handoutMasterId r:id="rId16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ariant 1" id="{26E731A6-90F2-AA46-B9F0-278C949BD4FA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Variant 2" id="{DD0467AF-370A-D345-9219-89A4FF521124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2D38"/>
    <a:srgbClr val="FFFFFF"/>
    <a:srgbClr val="005293"/>
    <a:srgbClr val="D0D8E8"/>
    <a:srgbClr val="306E93"/>
    <a:srgbClr val="6CB255"/>
    <a:srgbClr val="E5D419"/>
    <a:srgbClr val="212F62"/>
    <a:srgbClr val="72A510"/>
    <a:srgbClr val="A4EC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91" autoAdjust="0"/>
    <p:restoredTop sz="94807" autoAdjust="0"/>
  </p:normalViewPr>
  <p:slideViewPr>
    <p:cSldViewPr snapToGrid="0" snapToObjects="1">
      <p:cViewPr varScale="1">
        <p:scale>
          <a:sx n="132" d="100"/>
          <a:sy n="132" d="100"/>
        </p:scale>
        <p:origin x="736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TUM Neue Helvetica 55 Regular" panose="020B0604020202020204" pitchFamily="34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D041A-73BB-E643-A8C7-50D88C2F22F5}" type="datetimeFigureOut">
              <a:rPr lang="en-US" smtClean="0">
                <a:latin typeface="TUM Neue Helvetica 55 Regular" panose="020B0604020202020204" pitchFamily="34" charset="77"/>
              </a:rPr>
              <a:t>1/16/24</a:t>
            </a:fld>
            <a:endParaRPr lang="en-US" dirty="0">
              <a:latin typeface="TUM Neue Helvetica 55 Regular" panose="020B0604020202020204" pitchFamily="34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TUM Neue Helvetica 55 Regular" panose="020B0604020202020204" pitchFamily="34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EFEC5-3018-A548-B247-453C6EC1EC1A}" type="slidenum">
              <a:rPr lang="en-US" smtClean="0">
                <a:latin typeface="TUM Neue Helvetica 55 Regular" panose="020B0604020202020204" pitchFamily="34" charset="77"/>
              </a:rPr>
              <a:t>‹#›</a:t>
            </a:fld>
            <a:endParaRPr lang="en-US" dirty="0">
              <a:latin typeface="TUM Neue Helvetica 55 Regular" panose="020B06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300572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TUM Neue Helvetica 55 Regular" panose="020B0604020202020204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TUM Neue Helvetica 55 Regular" panose="020B0604020202020204" pitchFamily="34" charset="77"/>
              </a:defRPr>
            </a:lvl1pPr>
          </a:lstStyle>
          <a:p>
            <a:fld id="{0DF9DF7B-F6DF-4040-BF00-4447D75AE71E}" type="datetimeFigureOut">
              <a:rPr lang="en-US" smtClean="0"/>
              <a:pPr/>
              <a:t>1/16/24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TUM Neue Helvetica 55 Regular" panose="020B0604020202020204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TUM Neue Helvetica 55 Regular" panose="020B0604020202020204" pitchFamily="34" charset="77"/>
              </a:defRPr>
            </a:lvl1pPr>
          </a:lstStyle>
          <a:p>
            <a:fld id="{32FD5EBD-D990-46C8-82F6-3EB4E763E3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310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TUM Neue Helvetica 55 Regular" panose="020B0604020202020204" pitchFamily="34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TUM Neue Helvetica 55 Regular" panose="020B0604020202020204" pitchFamily="34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TUM Neue Helvetica 55 Regular" panose="020B0604020202020204" pitchFamily="34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TUM Neue Helvetica 55 Regular" panose="020B0604020202020204" pitchFamily="34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TUM Neue Helvetica 55 Regular" panose="020B0604020202020204" pitchFamily="34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8.emf"/><Relationship Id="rId7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8.emf"/><Relationship Id="rId7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Variant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2DEE7C-AF0C-A94C-0089-53BA99335C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6000" y="3243098"/>
            <a:ext cx="11880000" cy="153845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[Full name, including title and/or post-name letters] [Full author list, if required] [Institution(s)]</a:t>
            </a:r>
          </a:p>
          <a:p>
            <a:endParaRPr lang="en-GB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28B059B-334C-45D2-2325-10DA6A37B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1519073"/>
            <a:ext cx="11880000" cy="1443202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E2D38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BC65F-206A-0B48-AF56-FE3AA1676A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5574" y="4945063"/>
            <a:ext cx="11879999" cy="10263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DE" dirty="0"/>
              <a:t>[Event date], [Event name]</a:t>
            </a:r>
          </a:p>
        </p:txBody>
      </p:sp>
    </p:spTree>
    <p:extLst>
      <p:ext uri="{BB962C8B-B14F-4D97-AF65-F5344CB8AC3E}">
        <p14:creationId xmlns:p14="http://schemas.microsoft.com/office/powerpoint/2010/main" val="2219985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(Variant 2)" preserve="1" userDrawn="1">
  <p:cSld name="fewiknfewkfw">
    <p:bg>
      <p:bgPr>
        <a:solidFill>
          <a:srgbClr val="FFFFFF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6419E6D-792C-A294-2683-62B5DDD190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4" name="Google Shape;24;p4"/>
          <p:cNvCxnSpPr>
            <a:cxnSpLocks/>
          </p:cNvCxnSpPr>
          <p:nvPr/>
        </p:nvCxnSpPr>
        <p:spPr>
          <a:xfrm>
            <a:off x="3932481" y="1505165"/>
            <a:ext cx="0" cy="3703899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3" name="Picture Placeholder 38">
            <a:extLst>
              <a:ext uri="{FF2B5EF4-FFF2-40B4-BE49-F238E27FC236}">
                <a16:creationId xmlns:a16="http://schemas.microsoft.com/office/drawing/2014/main" id="{79C63365-FF4F-9CE1-4D8D-35CF8A436F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21" r="-224"/>
          <a:stretch/>
        </p:blipFill>
        <p:spPr>
          <a:xfrm>
            <a:off x="287847" y="3596690"/>
            <a:ext cx="3428575" cy="8626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F06C64B-0747-1E3C-2F6F-023166FCC9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03842" y="2772613"/>
            <a:ext cx="8031731" cy="137415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E2D3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[Full name, including title and/or post-name letters] [Full author list, if required] [Institution(s)]</a:t>
            </a:r>
          </a:p>
          <a:p>
            <a:endParaRPr lang="en-GB" dirty="0"/>
          </a:p>
        </p:txBody>
      </p:sp>
      <p:sp>
        <p:nvSpPr>
          <p:cNvPr id="5" name="Title 11">
            <a:extLst>
              <a:ext uri="{FF2B5EF4-FFF2-40B4-BE49-F238E27FC236}">
                <a16:creationId xmlns:a16="http://schemas.microsoft.com/office/drawing/2014/main" id="{C1C11967-B9EF-8DFC-1D07-D3C98B4BC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4268" y="1519073"/>
            <a:ext cx="8031731" cy="1108624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7A97C8E-5DDF-1A84-41CE-EAEE753B7FF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003843" y="4455981"/>
            <a:ext cx="8031730" cy="75308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DE" dirty="0"/>
              <a:t>[Event date], [Event name]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3C8477-FEFA-99DC-C8C9-EC963E0CA7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087" y="1535824"/>
            <a:ext cx="1734093" cy="173409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E0C42B3-B413-1928-D6C8-31E6ACDBB29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12030" y="4661882"/>
            <a:ext cx="844157" cy="52924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5638AA9-76D3-4551-92BC-4BF19C20FA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-1" r="81934" b="-1"/>
          <a:stretch/>
        </p:blipFill>
        <p:spPr>
          <a:xfrm>
            <a:off x="440438" y="4661882"/>
            <a:ext cx="601738" cy="52924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DE906CD-9AEB-E21D-75F9-4501493706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81992"/>
          <a:stretch/>
        </p:blipFill>
        <p:spPr>
          <a:xfrm>
            <a:off x="979112" y="4661882"/>
            <a:ext cx="599795" cy="52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521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separator" preserve="1">
  <p:cSld name="Section separato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D1EB2D-02D0-0618-85D9-FE1D3382AB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7" name="Google Shape;67;p11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>
                <a:solidFill>
                  <a:srgbClr val="0E2D38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  <p:sp>
        <p:nvSpPr>
          <p:cNvPr id="68" name="Google Shape;68;p11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3733">
                <a:solidFill>
                  <a:schemeClr val="bg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0519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/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B0433-50EC-6784-D802-9118B6C69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solidFill>
                  <a:srgbClr val="0E2D38"/>
                </a:solidFill>
              </a:defRPr>
            </a:lvl1pPr>
            <a:lvl2pPr>
              <a:defRPr sz="2400">
                <a:solidFill>
                  <a:srgbClr val="0E2D38"/>
                </a:solidFill>
              </a:defRPr>
            </a:lvl2pPr>
            <a:lvl3pPr>
              <a:defRPr sz="2000">
                <a:solidFill>
                  <a:srgbClr val="0E2D38"/>
                </a:solidFill>
              </a:defRPr>
            </a:lvl3pPr>
            <a:lvl4pPr>
              <a:defRPr sz="1800">
                <a:solidFill>
                  <a:srgbClr val="0E2D38"/>
                </a:solidFill>
              </a:defRPr>
            </a:lvl4pPr>
            <a:lvl5pPr>
              <a:defRPr sz="1800">
                <a:solidFill>
                  <a:srgbClr val="0E2D38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DA256B-B176-F1F9-4E08-9BC37F45D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D1A7E1-5264-7F90-1485-99D2C93E40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8EEE73-6CBB-5A43-915D-6D3EC7AE1E7C}" type="slidenum">
              <a:rPr lang="en-DE" smtClean="0"/>
              <a:pPr/>
              <a:t>‹#›</a:t>
            </a:fld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AA9EC-4E9A-B538-D5DD-3217C6C388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31013" y="6225115"/>
            <a:ext cx="3549650" cy="365125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7755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/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3343-BF38-5B08-96D0-93D87EC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7FC88-B2EE-83A2-FD34-E4C46B52B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6000" y="920749"/>
            <a:ext cx="5682825" cy="51943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A51E9-7829-7767-4EF5-52DDEEC1A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3177" y="920750"/>
            <a:ext cx="5686422" cy="5194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B8D81-A910-D785-4C0C-365DDA4A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96282" y="6225115"/>
            <a:ext cx="1436400" cy="365125"/>
          </a:xfrm>
        </p:spPr>
        <p:txBody>
          <a:bodyPr/>
          <a:lstStyle/>
          <a:p>
            <a:fld id="{498EEE73-6CBB-5A43-915D-6D3EC7AE1E7C}" type="slidenum">
              <a:rPr lang="en-DE" smtClean="0"/>
              <a:pPr/>
              <a:t>‹#›</a:t>
            </a:fld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40B2A3-AEE6-BC60-2B01-4890D3CE70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31013" y="6225115"/>
            <a:ext cx="3549650" cy="365125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48732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 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3343-BF38-5B08-96D0-93D87EC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74731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 no 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326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575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 + GitHub + Twitter)" preserve="1" userDrawn="1">
  <p:cSld name="Acknowledgments, Mail/GH/Tw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79150A8-A6A7-D848-2DEF-2A552A77C4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Helvetica Light" panose="020B0403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‹#›</a:t>
            </a:fld>
            <a:endParaRPr lang="en"/>
          </a:p>
        </p:txBody>
      </p:sp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" name="Google Shape;60;p10"/>
          <p:cNvSpPr txBox="1">
            <a:spLocks noGrp="1"/>
          </p:cNvSpPr>
          <p:nvPr>
            <p:ph type="sldNum" idx="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Helvetica Light" panose="020B0403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‹#›</a:t>
            </a:fld>
            <a:endParaRPr lang="en"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071993" y="6285589"/>
            <a:ext cx="414529" cy="40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0"/>
          <p:cNvPicPr preferRelativeResize="0"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0"/>
          <p:cNvPicPr preferRelativeResize="0"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971585" y="6318997"/>
            <a:ext cx="408600" cy="33610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D27FFAE-CDC4-C5E3-ACA9-B1B660F219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10C2267-198C-B65E-1588-1D8ADC032B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0472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B755F42B-5D4D-06C9-BCF0-324CE2951D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5146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784353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 + GitHub" preserve="1" userDrawn="1">
  <p:cSld name="1_Dark Referen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79150A8-A6A7-D848-2DEF-2A552A77C4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Helvetica Light" panose="020B0403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‹#›</a:t>
            </a:fld>
            <a:endParaRPr lang="en"/>
          </a:p>
        </p:txBody>
      </p:sp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" name="Google Shape;60;p10"/>
          <p:cNvSpPr txBox="1">
            <a:spLocks noGrp="1"/>
          </p:cNvSpPr>
          <p:nvPr>
            <p:ph type="sldNum" idx="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Helvetica Light" panose="020B0403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‹#›</a:t>
            </a:fld>
            <a:endParaRPr lang="en"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071993" y="6285589"/>
            <a:ext cx="414529" cy="40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0"/>
          <p:cNvPicPr preferRelativeResize="0"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D27FFAE-CDC4-C5E3-ACA9-B1B660F219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10C2267-198C-B65E-1588-1D8ADC032B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0472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914357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)" preserve="1" userDrawn="1">
  <p:cSld name="1_Dark Referen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79150A8-A6A7-D848-2DEF-2A552A77C4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Helvetica Light" panose="020B0403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‹#›</a:t>
            </a:fld>
            <a:endParaRPr lang="en"/>
          </a:p>
        </p:txBody>
      </p:sp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" name="Google Shape;60;p10"/>
          <p:cNvSpPr txBox="1">
            <a:spLocks noGrp="1"/>
          </p:cNvSpPr>
          <p:nvPr>
            <p:ph type="sldNum" idx="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Helvetica Light" panose="020B0403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‹#›</a:t>
            </a:fld>
            <a:endParaRPr lang="en"/>
          </a:p>
        </p:txBody>
      </p:sp>
      <p:pic>
        <p:nvPicPr>
          <p:cNvPr id="64" name="Google Shape;64;p1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D27FFAE-CDC4-C5E3-ACA9-B1B660F219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658211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2DEE7C-AF0C-A94C-0089-53BA99335C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6000" y="3243098"/>
            <a:ext cx="11880000" cy="153845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E2D3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[Full name, including title and/or post-name letters] [Full author list, if required] [Institution(s)]</a:t>
            </a:r>
          </a:p>
          <a:p>
            <a:endParaRPr lang="en-GB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28B059B-334C-45D2-2325-10DA6A37B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1519073"/>
            <a:ext cx="11880000" cy="1443202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E2D38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BC65F-206A-0B48-AF56-FE3AA1676A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5574" y="4945063"/>
            <a:ext cx="11879999" cy="10263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DE" dirty="0"/>
              <a:t>[Event date], [Event name]</a:t>
            </a:r>
          </a:p>
        </p:txBody>
      </p:sp>
    </p:spTree>
    <p:extLst>
      <p:ext uri="{BB962C8B-B14F-4D97-AF65-F5344CB8AC3E}">
        <p14:creationId xmlns:p14="http://schemas.microsoft.com/office/powerpoint/2010/main" val="4061247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(Variant 2)" preserve="1" userDrawn="1">
  <p:cSld name="Dark Title (side)">
    <p:bg>
      <p:bgPr>
        <a:solidFill>
          <a:srgbClr val="FFFFFF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6419E6D-792C-A294-2683-62B5DDD190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67690"/>
            <a:ext cx="12192000" cy="6858000"/>
          </a:xfrm>
          <a:prstGeom prst="rect">
            <a:avLst/>
          </a:prstGeom>
        </p:spPr>
      </p:pic>
      <p:cxnSp>
        <p:nvCxnSpPr>
          <p:cNvPr id="24" name="Google Shape;24;p4"/>
          <p:cNvCxnSpPr>
            <a:cxnSpLocks/>
          </p:cNvCxnSpPr>
          <p:nvPr/>
        </p:nvCxnSpPr>
        <p:spPr>
          <a:xfrm>
            <a:off x="3932481" y="1505165"/>
            <a:ext cx="0" cy="3703899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1F06C64B-0747-1E3C-2F6F-023166FCC9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03842" y="2772613"/>
            <a:ext cx="8031731" cy="1374157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[Full name, including title and/or post-name letters] [Full author list, if required] [Institution(s)]</a:t>
            </a:r>
          </a:p>
          <a:p>
            <a:endParaRPr lang="en-GB" dirty="0"/>
          </a:p>
        </p:txBody>
      </p:sp>
      <p:sp>
        <p:nvSpPr>
          <p:cNvPr id="5" name="Title 11">
            <a:extLst>
              <a:ext uri="{FF2B5EF4-FFF2-40B4-BE49-F238E27FC236}">
                <a16:creationId xmlns:a16="http://schemas.microsoft.com/office/drawing/2014/main" id="{C1C11967-B9EF-8DFC-1D07-D3C98B4BC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4268" y="1519073"/>
            <a:ext cx="8031731" cy="1108624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7A97C8E-5DDF-1A84-41CE-EAEE753B7FF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003843" y="4455981"/>
            <a:ext cx="8031730" cy="75308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DE" dirty="0"/>
              <a:t>[Event date], [Event name]</a:t>
            </a:r>
          </a:p>
        </p:txBody>
      </p:sp>
      <p:pic>
        <p:nvPicPr>
          <p:cNvPr id="2" name="Picture Placeholder 38">
            <a:extLst>
              <a:ext uri="{FF2B5EF4-FFF2-40B4-BE49-F238E27FC236}">
                <a16:creationId xmlns:a16="http://schemas.microsoft.com/office/drawing/2014/main" id="{7E240C5D-9FA5-DED5-F5F9-4AC706C11C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21" r="-224"/>
          <a:stretch/>
        </p:blipFill>
        <p:spPr>
          <a:xfrm>
            <a:off x="287847" y="3596690"/>
            <a:ext cx="3428575" cy="8626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D4F44C-80EE-79AD-650B-2F7CD008C18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087" y="1535824"/>
            <a:ext cx="1734093" cy="173409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B71DE36-93C2-EDB1-2730-01AD0D7B754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12030" y="4661882"/>
            <a:ext cx="844157" cy="529245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B37C6A0-8A92-0418-6A5F-911DE162D6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-1" r="81934" b="-1"/>
          <a:stretch/>
        </p:blipFill>
        <p:spPr>
          <a:xfrm>
            <a:off x="440438" y="4661882"/>
            <a:ext cx="601738" cy="52924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E1D06B6-A071-9056-85E4-BEB15BCFC4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81992"/>
          <a:stretch/>
        </p:blipFill>
        <p:spPr>
          <a:xfrm>
            <a:off x="979112" y="4661882"/>
            <a:ext cx="599795" cy="52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082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separator" preserve="1">
  <p:cSld name="TITLE_2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9D00BC-3D57-EDF1-5A7C-9E84FDAA4B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7" name="Google Shape;67;p11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>
                <a:solidFill>
                  <a:srgbClr val="0E2D38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  <p:sp>
        <p:nvSpPr>
          <p:cNvPr id="68" name="Google Shape;68;p11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3733">
                <a:solidFill>
                  <a:schemeClr val="bg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611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/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B0433-50EC-6784-D802-9118B6C69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DA256B-B176-F1F9-4E08-9BC37F45D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0B889C71-D37B-E007-AF76-0066DE5AF1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31013" y="6225115"/>
            <a:ext cx="3549650" cy="365125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13234-B904-AA1D-6FDE-7C8C73A7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6744-4E72-634D-83C3-20CC96599462}" type="slidenum">
              <a:rPr lang="en-DE" smtClean="0"/>
              <a:pPr/>
              <a:t>‹#›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5339627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/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3343-BF38-5B08-96D0-93D87EC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7FC88-B2EE-83A2-FD34-E4C46B52B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6000" y="920749"/>
            <a:ext cx="5682825" cy="51943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A51E9-7829-7767-4EF5-52DDEEC1A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3177" y="920750"/>
            <a:ext cx="5686422" cy="5194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2AEAE4-E5C0-8E62-1E70-C1816BF7B7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31013" y="6225115"/>
            <a:ext cx="3549650" cy="365125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5ABD0-8DAF-DE2A-C821-0F470C99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6744-4E72-634D-83C3-20CC96599462}" type="slidenum">
              <a:rPr lang="en-DE" smtClean="0"/>
              <a:pPr/>
              <a:t>‹#›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44875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 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3343-BF38-5B08-96D0-93D87EC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297244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 no 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19228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54566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 + GitHub + Twitter)" preserve="1" userDrawn="1">
  <p:cSld name="Dark Referen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43973C-9245-EAF0-AC58-A16A47890E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2" name="Google Shape;62;p1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071993" y="6285589"/>
            <a:ext cx="414529" cy="40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0"/>
          <p:cNvPicPr preferRelativeResize="0"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0"/>
          <p:cNvPicPr preferRelativeResize="0"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971585" y="6318997"/>
            <a:ext cx="408600" cy="33610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10C2267-198C-B65E-1588-1D8ADC032B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0472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B755F42B-5D4D-06C9-BCF0-324CE2951D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5146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01629C1-0A84-0479-0506-5F80A7013C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7491759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 + GitHub)" preserve="1" userDrawn="1">
  <p:cSld name="1_Dark Referen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1C9378-B3C2-3490-B694-78DF69383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2" name="Google Shape;62;p10"/>
          <p:cNvPicPr preferRelativeResize="0"/>
          <p:nvPr/>
        </p:nvPicPr>
        <p:blipFill rotWithShape="1">
          <a:blip r:embed="rId3">
            <a:alphaModFix/>
            <a:biLevel thresh="75000"/>
          </a:blip>
          <a:srcRect/>
          <a:stretch/>
        </p:blipFill>
        <p:spPr>
          <a:xfrm>
            <a:off x="3071993" y="6282750"/>
            <a:ext cx="414529" cy="414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0"/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10C2267-198C-B65E-1588-1D8ADC032B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0472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BB4A897-33F0-001A-94D7-0DAB9D90E6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1502705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)" preserve="1" userDrawn="1">
  <p:cSld name="1_Dark Referen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627619-3344-185B-7E1C-2B46F09DC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4" name="Google Shape;64;p1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5540357-5332-D5D8-7379-56AD173E43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27269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sv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E7AFEBE-EB96-B5BE-E9E2-39426ECA7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948"/>
          <a:stretch/>
        </p:blipFill>
        <p:spPr>
          <a:xfrm>
            <a:off x="0" y="1"/>
            <a:ext cx="12192000" cy="606902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6E141-F77C-4187-5327-AC654B5F8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129472"/>
            <a:ext cx="11880000" cy="3965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38802-D82A-3EE8-3611-AD0007BD0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000" y="923110"/>
            <a:ext cx="11880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pic>
        <p:nvPicPr>
          <p:cNvPr id="8" name="Picture Placeholder 38">
            <a:extLst>
              <a:ext uri="{FF2B5EF4-FFF2-40B4-BE49-F238E27FC236}">
                <a16:creationId xmlns:a16="http://schemas.microsoft.com/office/drawing/2014/main" id="{6C5153D8-994A-9B62-15B4-8947E5C60D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49" t="-16744" r="-6480" b="-29367"/>
          <a:stretch/>
        </p:blipFill>
        <p:spPr>
          <a:xfrm>
            <a:off x="105877" y="6225116"/>
            <a:ext cx="1805988" cy="45697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7D08E24-258B-A058-315A-69B21A80CFDA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568014" y="6289144"/>
            <a:ext cx="426729" cy="26753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0003E41-C03E-3D2F-9DF2-49C04C1DA4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 t="-1" r="81934" b="-1"/>
          <a:stretch/>
        </p:blipFill>
        <p:spPr>
          <a:xfrm>
            <a:off x="1873365" y="6289144"/>
            <a:ext cx="304184" cy="26753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FD8F14A-38B4-3140-D793-A47B962E03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81992"/>
          <a:stretch/>
        </p:blipFill>
        <p:spPr>
          <a:xfrm>
            <a:off x="2152339" y="6289144"/>
            <a:ext cx="303202" cy="2675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62B750-98ED-7B87-DBEE-F6F52F086B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948"/>
          <a:stretch/>
        </p:blipFill>
        <p:spPr>
          <a:xfrm flipH="1">
            <a:off x="0" y="6763011"/>
            <a:ext cx="12192000" cy="9498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318F7C-863F-D94E-1089-98A7B625D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96282" y="6225115"/>
            <a:ext cx="144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E2D3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498EEE73-6CBB-5A43-915D-6D3EC7AE1E7C}" type="slidenum">
              <a:rPr lang="en-DE" smtClean="0"/>
              <a:pPr/>
              <a:t>‹#›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8199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44" r:id="rId2"/>
    <p:sldLayoutId id="2147483945" r:id="rId3"/>
    <p:sldLayoutId id="2147483931" r:id="rId4"/>
    <p:sldLayoutId id="2147483933" r:id="rId5"/>
    <p:sldLayoutId id="2147483934" r:id="rId6"/>
    <p:sldLayoutId id="2147483935" r:id="rId7"/>
    <p:sldLayoutId id="2147483936" r:id="rId8"/>
    <p:sldLayoutId id="2147483946" r:id="rId9"/>
    <p:sldLayoutId id="2147483947" r:id="rId10"/>
    <p:sldLayoutId id="214748394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i="0" kern="1200">
          <a:solidFill>
            <a:srgbClr val="0E2D38"/>
          </a:solidFill>
          <a:latin typeface="Helvetica" pitchFamily="2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rgbClr val="0E2D38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rgbClr val="0E2D38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0E2D38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E2D38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E2D38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E7AFEBE-EB96-B5BE-E9E2-39426ECA7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380" b="12568"/>
          <a:stretch/>
        </p:blipFill>
        <p:spPr>
          <a:xfrm>
            <a:off x="0" y="1"/>
            <a:ext cx="12192000" cy="606902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6E141-F77C-4187-5327-AC654B5F8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129472"/>
            <a:ext cx="11880000" cy="3965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38802-D82A-3EE8-3611-AD0007BD0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000" y="923110"/>
            <a:ext cx="11880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E619C9-9BF0-7194-64C6-7284C6F71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461" b="6487"/>
          <a:stretch/>
        </p:blipFill>
        <p:spPr>
          <a:xfrm flipH="1">
            <a:off x="0" y="6763011"/>
            <a:ext cx="12192000" cy="94987"/>
          </a:xfrm>
          <a:prstGeom prst="rect">
            <a:avLst/>
          </a:prstGeom>
        </p:spPr>
      </p:pic>
      <p:pic>
        <p:nvPicPr>
          <p:cNvPr id="6" name="Picture Placeholder 38">
            <a:extLst>
              <a:ext uri="{FF2B5EF4-FFF2-40B4-BE49-F238E27FC236}">
                <a16:creationId xmlns:a16="http://schemas.microsoft.com/office/drawing/2014/main" id="{52004F97-A4A0-4DFF-4DF3-54E888816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81" t="-16971" r="-6482" b="-29369"/>
          <a:stretch/>
        </p:blipFill>
        <p:spPr>
          <a:xfrm>
            <a:off x="125127" y="6224400"/>
            <a:ext cx="1786738" cy="45769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BEAA4BE-4B8F-3EB6-6587-46177D9B4816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568014" y="6289144"/>
            <a:ext cx="426729" cy="26753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8BA9CCA-EF0A-3373-8013-3B977D0641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 t="-1" r="81934" b="-1"/>
          <a:stretch/>
        </p:blipFill>
        <p:spPr>
          <a:xfrm>
            <a:off x="1873365" y="6289144"/>
            <a:ext cx="304184" cy="26753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C81AD36-35A0-1697-5C70-8FF530130E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81992"/>
          <a:stretch/>
        </p:blipFill>
        <p:spPr>
          <a:xfrm>
            <a:off x="2152339" y="6289144"/>
            <a:ext cx="303202" cy="267538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98263F2-1280-2089-7A70-49ACF7168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94800" y="6224400"/>
            <a:ext cx="144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E2D38"/>
                </a:solidFill>
              </a:defRPr>
            </a:lvl1pPr>
          </a:lstStyle>
          <a:p>
            <a:fld id="{2C0D6744-4E72-634D-83C3-20CC96599462}" type="slidenum">
              <a:rPr lang="en-DE" smtClean="0"/>
              <a:pPr/>
              <a:t>‹#›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970059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49" r:id="rId2"/>
    <p:sldLayoutId id="2147483950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51" r:id="rId9"/>
    <p:sldLayoutId id="2147483952" r:id="rId10"/>
    <p:sldLayoutId id="214748395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i="0" kern="1200">
          <a:solidFill>
            <a:schemeClr val="bg1"/>
          </a:solidFill>
          <a:latin typeface="Helvetica" pitchFamily="2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rgbClr val="0E2D38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rgbClr val="0E2D38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0E2D38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E2D38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E2D38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5D7F5A3-7376-A50B-B725-4CC8C79B1C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A5850E-4B33-CDD6-8F50-8DD66D5C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A9990-AB29-DB7D-5B92-C2B2F9A9DDC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6129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052F20D-3418-1113-EF22-C59394D7A7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C0C2A5-28D5-FC0C-D0BE-BEB58AB5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3DC08-D1D5-CEE0-39FF-AA82F354A02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83060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4FEA7-6DBD-C3A7-D771-71055686A4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55F72-6E2C-554E-C295-22C9057D0D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15425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8630B1-2C31-2121-4DE1-1878CFC0A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6DDCD9-343A-7038-D740-8FBA064B7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78332-38BF-76A2-8FEA-955969B16A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8EEE73-6CBB-5A43-915D-6D3EC7AE1E7C}" type="slidenum">
              <a:rPr lang="en-DE" smtClean="0"/>
              <a:pPr/>
              <a:t>4</a:t>
            </a:fld>
            <a:endParaRPr lang="en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886A2D-78F3-73B2-1386-CF432F539C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06155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22A12-66EC-7C11-258C-7E3BA9DC9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5EFE9-D795-C91D-FA6E-1020C97D95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05B433-CCDD-E7AD-2219-16210A2F10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6C093-E427-013F-9B9D-5A96B59B56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8EEE73-6CBB-5A43-915D-6D3EC7AE1E7C}" type="slidenum">
              <a:rPr lang="en-DE" smtClean="0"/>
              <a:pPr/>
              <a:t>5</a:t>
            </a:fld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AF6AAC-0DC1-C48B-7ACE-C5CBCFFE12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51482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5008AF-2648-DB85-7385-8B312A4C2B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BF01AD4-1839-794E-BD90-91AB590172A7}" type="slidenum">
              <a:rPr lang="en-DE" smtClean="0"/>
              <a:pPr/>
              <a:t>6</a:t>
            </a:fld>
            <a:endParaRPr lang="e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86A856-1D96-F2C1-1BBA-66B78E451EDD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BF01AD4-1839-794E-BD90-91AB590172A7}" type="slidenum">
              <a:rPr lang="en-DE" smtClean="0"/>
              <a:pPr/>
              <a:t>6</a:t>
            </a:fld>
            <a:endParaRPr lang="e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6800715-1182-3AF6-9EEF-5BE95CD339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5C0097-1705-56C3-8184-96C9C7A8F3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ABEFC8-63CE-CB6E-BDF1-892EADC939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DFB1AE1-2D35-9E48-14B8-BA7BE9D646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D54F7A-FFB9-65AC-0DD3-605C1FFAF5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BED262-1D9F-284E-A09E-9FD15966CC5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44318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92C0926-B2B0-2198-1884-2B2569D99F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ED9D4C-7219-E02C-150D-F29AA9A4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EC48D-71D3-DC4B-6B0E-C75EE6C597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33469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F7C9AEA-676F-6279-5979-ECB15D04C2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6AA5F1-E5BF-2516-1BB1-BBC62576E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F42AB2-219C-2DB7-F7EA-269358018A2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73337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B1D0E-F82B-848A-6374-8C9631A2CA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DF960F-265C-A4BB-B681-D2F6DC8193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60310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3D14CC-D387-6C0E-9B4E-45F8318A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69CC3C-6388-CE9F-F112-111F19929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B8436D-8632-95E1-0431-2C873F4B71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EEB9B2-98E2-C48A-7925-EFA5422F9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6744-4E72-634D-83C3-20CC96599462}" type="slidenum">
              <a:rPr lang="en-DE" smtClean="0"/>
              <a:pPr/>
              <a:t>10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98724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3095E-AC22-6E89-1879-378931B56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A897A-118A-8BDA-56A7-6D27AF69D2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88177B-A0EA-36DF-A93C-8BD84B9696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687BF-984D-E981-0E7C-0261DB7C57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325B3-7359-A30A-92D1-2721D6D7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6744-4E72-634D-83C3-20CC96599462}" type="slidenum">
              <a:rPr lang="en-DE" smtClean="0"/>
              <a:pPr/>
              <a:t>11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7150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E49DC07E-BFB6-B52D-0D6B-6AE9072264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6486D3-47FB-7981-0D66-E15B0F4D1F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6F1118-2B99-5FF0-DB1D-A122E10B94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824298-5584-39B3-7E0C-CCF3A41F35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CA23A6-E1CC-2438-EDFB-4CA9DF997B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A487C87-50AB-8D69-0191-75AFF0CB10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23941236"/>
      </p:ext>
    </p:extLst>
  </p:cSld>
  <p:clrMapOvr>
    <a:masterClrMapping/>
  </p:clrMapOvr>
</p:sld>
</file>

<file path=ppt/theme/theme1.xml><?xml version="1.0" encoding="utf-8"?>
<a:theme xmlns:a="http://schemas.openxmlformats.org/drawingml/2006/main" name="Slide template (Variant 1)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de template (Variant 2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2889</TotalTime>
  <Words>6</Words>
  <Application>Microsoft Macintosh PowerPoint</Application>
  <PresentationFormat>Widescreen</PresentationFormat>
  <Paragraphs>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Helvetica</vt:lpstr>
      <vt:lpstr>Helvetica Light</vt:lpstr>
      <vt:lpstr>Helvetica Neue</vt:lpstr>
      <vt:lpstr>TUM Neue Helvetica 55 Regular</vt:lpstr>
      <vt:lpstr>Slide template (Variant 1)</vt:lpstr>
      <vt:lpstr>Slide template (Variant 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Psychology - Chapter 1 - Introduction to Psychology</dc:title>
  <dc:creator>Spuddy McSpare</dc:creator>
  <cp:lastModifiedBy>Manuel Spitschan</cp:lastModifiedBy>
  <cp:revision>284</cp:revision>
  <cp:lastPrinted>2023-01-12T12:28:35Z</cp:lastPrinted>
  <dcterms:created xsi:type="dcterms:W3CDTF">2012-06-04T02:13:36Z</dcterms:created>
  <dcterms:modified xsi:type="dcterms:W3CDTF">2024-01-16T12:40:53Z</dcterms:modified>
</cp:coreProperties>
</file>
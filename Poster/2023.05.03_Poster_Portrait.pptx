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30311725" cy="42808525"/>
  <p:notesSz cx="6858000" cy="9144000"/>
  <p:defaultTextStyle>
    <a:defPPr>
      <a:defRPr lang="de-DE"/>
    </a:defPPr>
    <a:lvl1pPr marL="0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rait" id="{7F205539-3C0C-47F2-A212-71A24694659E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95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D"/>
    <a:srgbClr val="A6A6A6"/>
    <a:srgbClr val="333333"/>
    <a:srgbClr val="808080"/>
    <a:srgbClr val="003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28" autoAdjust="0"/>
    <p:restoredTop sz="94651" autoAdjust="0"/>
  </p:normalViewPr>
  <p:slideViewPr>
    <p:cSldViewPr>
      <p:cViewPr>
        <p:scale>
          <a:sx n="45" d="100"/>
          <a:sy n="45" d="100"/>
        </p:scale>
        <p:origin x="2216" y="-4760"/>
      </p:cViewPr>
      <p:guideLst>
        <p:guide orient="horz" pos="2099"/>
        <p:guide pos="9547"/>
      </p:guideLst>
    </p:cSldViewPr>
  </p:slideViewPr>
  <p:outlineViewPr>
    <p:cViewPr>
      <p:scale>
        <a:sx n="33" d="100"/>
        <a:sy n="33" d="100"/>
      </p:scale>
      <p:origin x="54" y="7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354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D782-B485-49B5-A3BD-4E6E393EC598}" type="datetimeFigureOut">
              <a:rPr lang="de-DE" smtClean="0"/>
              <a:pPr/>
              <a:t>03.05.23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FE17-E0DE-4727-8D0D-916DAE0CA91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38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F83A-785F-4360-A784-5014DB85EF80}" type="datetimeFigureOut">
              <a:rPr lang="de-DE" smtClean="0"/>
              <a:pPr/>
              <a:t>03.05.23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50D-30E1-41BB-BFC2-D3D818AB8EF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2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50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3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2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3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6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/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 kern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1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9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9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9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50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3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2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3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6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1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9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9" y="11344274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4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0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6" y="11309350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1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3276471"/>
            <a:ext cx="17720467" cy="14725900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17684481" cy="115138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83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235134"/>
            <a:ext cx="13093331" cy="1247338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1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1"/>
            <a:ext cx="12385376" cy="995011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5"/>
            <a:ext cx="13056938" cy="11321254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5"/>
            <a:ext cx="13094106" cy="15739903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4"/>
            <a:ext cx="13032078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20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7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50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3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2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3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6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1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9"/>
            <a:ext cx="8453438" cy="7074694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9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8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6" y="11309350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1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3276471"/>
            <a:ext cx="17720467" cy="14725900"/>
          </a:xfrm>
        </p:spPr>
        <p:txBody>
          <a:bodyPr lIns="396000" tIns="396000" rIns="396000" bIns="540000" numCol="2" spcCol="18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17684481" cy="115138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235134"/>
            <a:ext cx="13093331" cy="1247338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1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1"/>
            <a:ext cx="12385376" cy="995011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5"/>
            <a:ext cx="13056938" cy="11321254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5"/>
            <a:ext cx="13094106" cy="15739903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4"/>
            <a:ext cx="13032078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20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7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10" Type="http://schemas.openxmlformats.org/officeDocument/2006/relationships/image" Target="../media/image5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7" y="39037562"/>
            <a:ext cx="13122735" cy="2111752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3" y="10459047"/>
            <a:ext cx="26144935" cy="27162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2" name="Picture Placeholder 38">
            <a:extLst>
              <a:ext uri="{FF2B5EF4-FFF2-40B4-BE49-F238E27FC236}">
                <a16:creationId xmlns:a16="http://schemas.microsoft.com/office/drawing/2014/main" id="{C667123E-122D-BD07-DADC-BB1EC3E647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-162"/>
          <a:stretch/>
        </p:blipFill>
        <p:spPr>
          <a:xfrm>
            <a:off x="1079318" y="1314030"/>
            <a:ext cx="9738157" cy="194151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9855F87-065F-9D52-9672-329BF1E9E9C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854435" y="1539352"/>
            <a:ext cx="2377969" cy="149086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C63A058-EF30-5EF3-AAD0-8DA13A469C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81934" b="-16765"/>
          <a:stretch/>
        </p:blipFill>
        <p:spPr>
          <a:xfrm>
            <a:off x="23004734" y="1539352"/>
            <a:ext cx="1695084" cy="174080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1D48799-3E75-3F7E-B994-7CB8FFF249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1992"/>
          <a:stretch/>
        </p:blipFill>
        <p:spPr>
          <a:xfrm>
            <a:off x="24411468" y="1539352"/>
            <a:ext cx="1689610" cy="14908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6" r:id="rId4"/>
  </p:sldLayoutIdLst>
  <p:hf sldNum="0" hdr="0" dt="0"/>
  <p:txStyles>
    <p:titleStyle>
      <a:lvl1pPr algn="l" defTabSz="4180814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814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396911" indent="-1306505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226018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316425" indent="-1045204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9406833" indent="-1045204" algn="l" defTabSz="4180814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1497240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6pPr>
      <a:lvl7pPr marL="13587647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7pPr>
      <a:lvl8pPr marL="15678055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8pPr>
      <a:lvl9pPr marL="17768462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407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81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1223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629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2035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244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851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3258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4" userDrawn="1">
          <p15:clr>
            <a:srgbClr val="F26B43"/>
          </p15:clr>
        </p15:guide>
        <p15:guide id="2" orient="horz" pos="2087" userDrawn="1">
          <p15:clr>
            <a:srgbClr val="F26B43"/>
          </p15:clr>
        </p15:guide>
        <p15:guide id="3" pos="1044" userDrawn="1">
          <p15:clr>
            <a:srgbClr val="F26B43"/>
          </p15:clr>
        </p15:guide>
        <p15:guide id="4" orient="horz" pos="2877" userDrawn="1">
          <p15:clr>
            <a:srgbClr val="F26B43"/>
          </p15:clr>
        </p15:guide>
        <p15:guide id="5" pos="18052" userDrawn="1">
          <p15:clr>
            <a:srgbClr val="F26B43"/>
          </p15:clr>
        </p15:guide>
        <p15:guide id="6" orient="horz" pos="2594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6" descr="20150416 tum logo blau png final.png">
            <a:extLst>
              <a:ext uri="{FF2B5EF4-FFF2-40B4-BE49-F238E27FC236}">
                <a16:creationId xmlns:a16="http://schemas.microsoft.com/office/drawing/2014/main" id="{90D3CF34-B41C-434C-A6E1-96043BE8B4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512714" y="1652319"/>
            <a:ext cx="3148247" cy="1681942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1632363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814" rtl="0" eaLnBrk="1" fontAlgn="auto" latinLnBrk="0" hangingPunct="1">
              <a:lnSpc>
                <a:spcPts val="500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35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4354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7" y="39037562"/>
            <a:ext cx="13122735" cy="2111752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3" y="10459047"/>
            <a:ext cx="26144935" cy="27162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7" r:id="rId3"/>
  </p:sldLayoutIdLst>
  <p:hf sldNum="0" hdr="0" dt="0"/>
  <p:txStyles>
    <p:titleStyle>
      <a:lvl1pPr algn="l" defTabSz="4180814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814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3396911" indent="-1306505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5226018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7316425" indent="-1045204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9406833" indent="-1045204" algn="l" defTabSz="4180814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11497240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6pPr>
      <a:lvl7pPr marL="13587647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7pPr>
      <a:lvl8pPr marL="15678055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8pPr>
      <a:lvl9pPr marL="17768462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407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81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1223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629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2035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244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851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3258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4" userDrawn="1">
          <p15:clr>
            <a:srgbClr val="F26B43"/>
          </p15:clr>
        </p15:guide>
        <p15:guide id="2" orient="horz" pos="2087" userDrawn="1">
          <p15:clr>
            <a:srgbClr val="F26B43"/>
          </p15:clr>
        </p15:guide>
        <p15:guide id="3" pos="1044" userDrawn="1">
          <p15:clr>
            <a:srgbClr val="F26B43"/>
          </p15:clr>
        </p15:guide>
        <p15:guide id="4" orient="horz" pos="2877" userDrawn="1">
          <p15:clr>
            <a:srgbClr val="F26B43"/>
          </p15:clr>
        </p15:guide>
        <p15:guide id="5" pos="18052" userDrawn="1">
          <p15:clr>
            <a:srgbClr val="F26B43"/>
          </p15:clr>
        </p15:guide>
        <p15:guide id="6" orient="horz" pos="259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hyperlink" Target="https://tscnlab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BAEBEFB-AA7E-4697-936D-6B8B7A0C6BA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0052404" y="29079507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Conclusions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93D962-C634-4949-9527-D5ACBEEDDAD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0029458" y="20211891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Plot 2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303ABA-52A3-4956-A24F-8A7BE0F297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79318" y="4627138"/>
            <a:ext cx="21164621" cy="3024335"/>
          </a:xfrm>
        </p:spPr>
        <p:txBody>
          <a:bodyPr>
            <a:normAutofit lnSpcReduction="10000"/>
          </a:bodyPr>
          <a:lstStyle/>
          <a:p>
            <a:r>
              <a:rPr lang="de-DE" dirty="0"/>
              <a:t>Title</a:t>
            </a:r>
          </a:p>
          <a:p>
            <a:r>
              <a:rPr lang="de-DE" dirty="0"/>
              <a:t>Title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line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593141-090C-43F7-A695-48E0B96C5F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79318" y="7917821"/>
            <a:ext cx="26966234" cy="1576659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solidFill>
                  <a:srgbClr val="333333"/>
                </a:solidFill>
              </a:rPr>
              <a:t>Author</a:t>
            </a:r>
            <a:r>
              <a:rPr lang="en-GB" baseline="30000" dirty="0">
                <a:solidFill>
                  <a:srgbClr val="333333"/>
                </a:solidFill>
              </a:rPr>
              <a:t>1, *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2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3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4</a:t>
            </a:r>
            <a:endParaRPr lang="en-GB" dirty="0">
              <a:solidFill>
                <a:srgbClr val="333333"/>
              </a:solidFill>
            </a:endParaRPr>
          </a:p>
          <a:p>
            <a:r>
              <a:rPr lang="en-GB" dirty="0">
                <a:solidFill>
                  <a:srgbClr val="333333"/>
                </a:solidFill>
              </a:rPr>
              <a:t>Author second line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5412E8E-56DE-4238-8FF5-F65E4DEE4D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4508" y="9764040"/>
            <a:ext cx="28113631" cy="1333688"/>
          </a:xfrm>
        </p:spPr>
        <p:txBody>
          <a:bodyPr>
            <a:normAutofit fontScale="92500" lnSpcReduction="10000"/>
          </a:bodyPr>
          <a:lstStyle/>
          <a:p>
            <a:r>
              <a:rPr lang="en-GB" baseline="30000" dirty="0">
                <a:solidFill>
                  <a:srgbClr val="808080"/>
                </a:solidFill>
              </a:rPr>
              <a:t>1</a:t>
            </a:r>
            <a:r>
              <a:rPr lang="en-GB" dirty="0">
                <a:solidFill>
                  <a:srgbClr val="808080"/>
                </a:solidFill>
              </a:rPr>
              <a:t>Institution 1, </a:t>
            </a:r>
            <a:r>
              <a:rPr lang="en-GB" baseline="30000" dirty="0">
                <a:solidFill>
                  <a:srgbClr val="808080"/>
                </a:solidFill>
              </a:rPr>
              <a:t>2</a:t>
            </a:r>
            <a:r>
              <a:rPr lang="en-GB" dirty="0">
                <a:solidFill>
                  <a:srgbClr val="808080"/>
                </a:solidFill>
              </a:rPr>
              <a:t>Institution 2, </a:t>
            </a:r>
            <a:r>
              <a:rPr lang="en-GB" baseline="30000" dirty="0">
                <a:solidFill>
                  <a:srgbClr val="808080"/>
                </a:solidFill>
              </a:rPr>
              <a:t>3</a:t>
            </a:r>
            <a:r>
              <a:rPr lang="en-GB" dirty="0">
                <a:solidFill>
                  <a:srgbClr val="808080"/>
                </a:solidFill>
              </a:rPr>
              <a:t>Institution, </a:t>
            </a:r>
            <a:r>
              <a:rPr lang="en-GB" baseline="30000" dirty="0">
                <a:solidFill>
                  <a:srgbClr val="808080"/>
                </a:solidFill>
              </a:rPr>
              <a:t>4</a:t>
            </a:r>
            <a:r>
              <a:rPr lang="en-GB" dirty="0">
                <a:solidFill>
                  <a:srgbClr val="808080"/>
                </a:solidFill>
              </a:rPr>
              <a:t>Institution 4</a:t>
            </a:r>
          </a:p>
          <a:p>
            <a:r>
              <a:rPr lang="en-GB" dirty="0">
                <a:solidFill>
                  <a:srgbClr val="808080"/>
                </a:solidFill>
              </a:rPr>
              <a:t>Institution second line</a:t>
            </a:r>
            <a:endParaRPr lang="de-DE" dirty="0">
              <a:solidFill>
                <a:srgbClr val="808080"/>
              </a:solidFill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3C8A5E6-9903-4D1B-81D3-29382CC911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76116" y="11325344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Background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E39622A-8AAA-4214-B818-A2250C0C490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79319" y="12297925"/>
            <a:ext cx="9179998" cy="14308138"/>
          </a:xfrm>
          <a:ln>
            <a:noFill/>
          </a:ln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DC299A0-A8CC-4DBF-96F2-0D4E7E9E6E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565861" y="12404452"/>
            <a:ext cx="9145737" cy="25597918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A509101-3524-44B2-BB37-370AA3282CD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9122B26-3743-4167-B268-FFF9EC0BE53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20052406" y="12404452"/>
            <a:ext cx="9157051" cy="7537880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9420EBD-28F9-450A-984D-ECD2C61B3FF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0018140" y="30153099"/>
            <a:ext cx="9179999" cy="7898133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9CE5172-239D-41E3-BD6F-29755FB806B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102266" y="27018546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Methods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5FDA728-F149-4149-8252-80294CAC10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079319" y="28180427"/>
            <a:ext cx="9179998" cy="9819603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F85BD72-1713-43B2-8FBE-0553DB8AF16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0565861" y="11280064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Analysis &amp; Results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1D8EDC7-32CB-4120-8293-A03B7D6D28A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0052404" y="11344276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Plot 1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CA0D9-F28A-1A8E-926A-6C922CE9DA46}"/>
              </a:ext>
            </a:extLst>
          </p:cNvPr>
          <p:cNvSpPr/>
          <p:nvPr/>
        </p:nvSpPr>
        <p:spPr>
          <a:xfrm>
            <a:off x="10565863" y="11305977"/>
            <a:ext cx="9180000" cy="26732134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BFDFB-C119-28A7-BBC2-3BCB5FAD7081}"/>
              </a:ext>
            </a:extLst>
          </p:cNvPr>
          <p:cNvSpPr/>
          <p:nvPr/>
        </p:nvSpPr>
        <p:spPr>
          <a:xfrm>
            <a:off x="1079318" y="11305977"/>
            <a:ext cx="9180000" cy="15426877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214E82-C221-207D-BE08-EEC1E6402ECF}"/>
              </a:ext>
            </a:extLst>
          </p:cNvPr>
          <p:cNvSpPr/>
          <p:nvPr/>
        </p:nvSpPr>
        <p:spPr>
          <a:xfrm>
            <a:off x="1076116" y="27059081"/>
            <a:ext cx="9180000" cy="10981484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3584B6-BDA5-0F52-5815-3B18A01BB474}"/>
              </a:ext>
            </a:extLst>
          </p:cNvPr>
          <p:cNvSpPr/>
          <p:nvPr/>
        </p:nvSpPr>
        <p:spPr>
          <a:xfrm>
            <a:off x="20039051" y="29110111"/>
            <a:ext cx="9180000" cy="892800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1BCF9D-A4C8-7BBA-1F22-38E1C02AB3C1}"/>
              </a:ext>
            </a:extLst>
          </p:cNvPr>
          <p:cNvSpPr/>
          <p:nvPr/>
        </p:nvSpPr>
        <p:spPr>
          <a:xfrm>
            <a:off x="20039051" y="20211891"/>
            <a:ext cx="9180000" cy="864000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B4607A-9CBC-81EB-C253-8E799BE5D461}"/>
              </a:ext>
            </a:extLst>
          </p:cNvPr>
          <p:cNvSpPr/>
          <p:nvPr/>
        </p:nvSpPr>
        <p:spPr>
          <a:xfrm>
            <a:off x="20052407" y="11302332"/>
            <a:ext cx="9180000" cy="864000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EFC942-6D70-06AB-91E0-92DE376DD2A5}"/>
              </a:ext>
            </a:extLst>
          </p:cNvPr>
          <p:cNvSpPr txBox="1"/>
          <p:nvPr/>
        </p:nvSpPr>
        <p:spPr>
          <a:xfrm>
            <a:off x="1079319" y="38902206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References</a:t>
            </a:r>
            <a:br>
              <a:rPr lang="en-GB" sz="3600" b="1" dirty="0">
                <a:latin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</a:rPr>
              <a:t>Insert here</a:t>
            </a:r>
            <a:endParaRPr lang="en-GB" sz="2800" b="1" dirty="0"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74E6C1-F6BE-A274-08E0-C05C16DF239D}"/>
              </a:ext>
            </a:extLst>
          </p:cNvPr>
          <p:cNvSpPr txBox="1"/>
          <p:nvPr/>
        </p:nvSpPr>
        <p:spPr>
          <a:xfrm>
            <a:off x="10565863" y="38885050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Funding &amp; Acknowledgements</a:t>
            </a:r>
          </a:p>
          <a:p>
            <a:r>
              <a:rPr lang="en-GB" sz="2800" dirty="0">
                <a:latin typeface="Arial" panose="020B0604020202020204" pitchFamily="34" charset="0"/>
              </a:rPr>
              <a:t>Insert here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9DFF86-9200-0652-728E-1E291CD52858}"/>
              </a:ext>
            </a:extLst>
          </p:cNvPr>
          <p:cNvSpPr txBox="1"/>
          <p:nvPr/>
        </p:nvSpPr>
        <p:spPr>
          <a:xfrm>
            <a:off x="20018140" y="38885045"/>
            <a:ext cx="828506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Contact</a:t>
            </a:r>
            <a:endParaRPr lang="en-GB" sz="2800" b="1" dirty="0">
              <a:latin typeface="Arial" panose="020B0604020202020204" pitchFamily="34" charset="0"/>
            </a:endParaRPr>
          </a:p>
          <a:p>
            <a:r>
              <a:rPr lang="en-GB" sz="2800" dirty="0" err="1">
                <a:latin typeface="Arial" panose="020B0604020202020204" pitchFamily="34" charset="0"/>
              </a:rPr>
              <a:t>first.name@tum.de</a:t>
            </a:r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</a:rPr>
              <a:t>ORCID</a:t>
            </a:r>
          </a:p>
          <a:p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https://tscnlab.org/</a:t>
            </a:r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3" name="Picture 52" descr="Shape&#10;&#10;Description automatically generated with low confidence">
            <a:extLst>
              <a:ext uri="{FF2B5EF4-FFF2-40B4-BE49-F238E27FC236}">
                <a16:creationId xmlns:a16="http://schemas.microsoft.com/office/drawing/2014/main" id="{DAD4F46D-F44A-BC2F-F4E2-A4490F6EEF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8259" y="38898167"/>
            <a:ext cx="2369880" cy="2369880"/>
          </a:xfrm>
          <a:prstGeom prst="rect">
            <a:avLst/>
          </a:prstGeom>
        </p:spPr>
      </p:pic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F8510C63-65C8-FC85-3A1A-FF5B9EFE308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-162"/>
          <a:stretch/>
        </p:blipFill>
        <p:spPr>
          <a:xfrm>
            <a:off x="1079318" y="1314030"/>
            <a:ext cx="9738157" cy="1941511"/>
          </a:xfr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0BAE01B-5358-D34E-977A-8A214B93A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54435" y="1539352"/>
            <a:ext cx="2377969" cy="149086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E6B1D131-480E-F9BD-FE37-451E6980CCD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81934" b="-16765"/>
          <a:stretch/>
        </p:blipFill>
        <p:spPr>
          <a:xfrm>
            <a:off x="23004734" y="1539352"/>
            <a:ext cx="1695084" cy="1740805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05CDC3B-8EEE-4CA3-867C-A2A5CCB5E3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24411468" y="1539352"/>
            <a:ext cx="1689610" cy="149086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AFAD167-9AC1-68C7-54DA-E0EFBD7AFAEC}"/>
              </a:ext>
            </a:extLst>
          </p:cNvPr>
          <p:cNvSpPr/>
          <p:nvPr/>
        </p:nvSpPr>
        <p:spPr>
          <a:xfrm>
            <a:off x="23004734" y="3690294"/>
            <a:ext cx="6227670" cy="1490868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4000" dirty="0">
                <a:solidFill>
                  <a:schemeClr val="bg1">
                    <a:lumMod val="65000"/>
                  </a:schemeClr>
                </a:solidFill>
              </a:rPr>
              <a:t>Space for collaborator logos (please delete)</a:t>
            </a:r>
          </a:p>
        </p:txBody>
      </p:sp>
      <p:sp>
        <p:nvSpPr>
          <p:cNvPr id="38" name="Rectangular Callout 37">
            <a:extLst>
              <a:ext uri="{FF2B5EF4-FFF2-40B4-BE49-F238E27FC236}">
                <a16:creationId xmlns:a16="http://schemas.microsoft.com/office/drawing/2014/main" id="{2D8CDE39-3B6B-6717-CB22-66739B94ACD2}"/>
              </a:ext>
            </a:extLst>
          </p:cNvPr>
          <p:cNvSpPr/>
          <p:nvPr/>
        </p:nvSpPr>
        <p:spPr>
          <a:xfrm>
            <a:off x="18617359" y="5659744"/>
            <a:ext cx="10618284" cy="4608512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DE" sz="3600" dirty="0"/>
              <a:t>Information (please delete):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Use Arial, Helvetica, Helvetica Neue or TUM Neue Helvetica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You can reshape the boxes to fit to your poster content.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You can remove the boxes or recolour them, preferably in pastel colours.</a:t>
            </a:r>
          </a:p>
        </p:txBody>
      </p:sp>
    </p:spTree>
    <p:extLst>
      <p:ext uri="{BB962C8B-B14F-4D97-AF65-F5344CB8AC3E}">
        <p14:creationId xmlns:p14="http://schemas.microsoft.com/office/powerpoint/2010/main" val="1098892044"/>
      </p:ext>
    </p:extLst>
  </p:cSld>
  <p:clrMapOvr>
    <a:masterClrMapping/>
  </p:clrMapOvr>
</p:sld>
</file>

<file path=ppt/theme/theme1.xml><?xml version="1.0" encoding="utf-8"?>
<a:theme xmlns:a="http://schemas.openxmlformats.org/drawingml/2006/main" name="weiß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1C9D5C76-FD33-4404-BCBC-43D798996ACD}"/>
    </a:ext>
  </a:extLst>
</a:theme>
</file>

<file path=ppt/theme/theme2.xml><?xml version="1.0" encoding="utf-8"?>
<a:theme xmlns:a="http://schemas.openxmlformats.org/drawingml/2006/main" name="blau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DFE3EB27-A25E-4D20-8F33-393031949FDE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weißer Hintergrund</Template>
  <TotalTime>27</TotalTime>
  <Words>118</Words>
  <Application>Microsoft Macintosh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weißer Hintergrund</vt:lpstr>
      <vt:lpstr>blauer Hintergrund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Spitschan</dc:creator>
  <dc:description>Rechteinhaber: Technische Universität München, https://www.tum.de_x000d_
Gestaltung: ediundsepp Gestaltungsgesellschaft, München, http://www.ediundsepp.de_x000d_
Technische Umsetzung: eWorks GmbH, Frankfurt am Main, http://www.eworks.de</dc:description>
  <cp:lastModifiedBy>Microsoft Office User</cp:lastModifiedBy>
  <cp:revision>15</cp:revision>
  <dcterms:created xsi:type="dcterms:W3CDTF">2023-04-28T12:04:46Z</dcterms:created>
  <dcterms:modified xsi:type="dcterms:W3CDTF">2023-05-03T08:42:51Z</dcterms:modified>
</cp:coreProperties>
</file>
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2" r:id="rId2"/>
  </p:sldMasterIdLst>
  <p:notesMasterIdLst>
    <p:notesMasterId r:id="rId4"/>
  </p:notesMasterIdLst>
  <p:handoutMasterIdLst>
    <p:handoutMasterId r:id="rId5"/>
  </p:handoutMasterIdLst>
  <p:sldIdLst>
    <p:sldId id="257" r:id="rId3"/>
  </p:sldIdLst>
  <p:sldSz cx="42808525" cy="30311725"/>
  <p:notesSz cx="6858000" cy="9144000"/>
  <p:defaultTextStyle>
    <a:defPPr>
      <a:defRPr lang="de-DE"/>
    </a:defPPr>
    <a:lvl1pPr marL="0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1pPr>
    <a:lvl2pPr marL="2088215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2pPr>
    <a:lvl3pPr marL="4176431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3pPr>
    <a:lvl4pPr marL="6264646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4pPr>
    <a:lvl5pPr marL="8352861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5pPr>
    <a:lvl6pPr marL="10441076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6pPr>
    <a:lvl7pPr marL="12529292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7pPr>
    <a:lvl8pPr marL="14617507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8pPr>
    <a:lvl9pPr marL="16705722" algn="l" defTabSz="4176431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andscape" id="{7F205539-3C0C-47F2-A212-71A24694659E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486" userDrawn="1">
          <p15:clr>
            <a:srgbClr val="A4A3A4"/>
          </p15:clr>
        </p15:guide>
        <p15:guide id="2" pos="134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9DD"/>
    <a:srgbClr val="A6A6A6"/>
    <a:srgbClr val="333333"/>
    <a:srgbClr val="808080"/>
    <a:srgbClr val="0033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1" autoAdjust="0"/>
    <p:restoredTop sz="94651" autoAdjust="0"/>
  </p:normalViewPr>
  <p:slideViewPr>
    <p:cSldViewPr>
      <p:cViewPr>
        <p:scale>
          <a:sx n="36" d="100"/>
          <a:sy n="36" d="100"/>
        </p:scale>
        <p:origin x="920" y="144"/>
      </p:cViewPr>
      <p:guideLst>
        <p:guide orient="horz" pos="1486"/>
        <p:guide pos="13483"/>
      </p:guideLst>
    </p:cSldViewPr>
  </p:slideViewPr>
  <p:outlineViewPr>
    <p:cViewPr>
      <p:scale>
        <a:sx n="33" d="100"/>
        <a:sy n="33" d="100"/>
      </p:scale>
      <p:origin x="54" y="730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00" d="100"/>
          <a:sy n="100" d="100"/>
        </p:scale>
        <p:origin x="-3540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CAD782-B485-49B5-A3BD-4E6E393EC598}" type="datetimeFigureOut">
              <a:rPr lang="de-DE" smtClean="0"/>
              <a:pPr/>
              <a:t>16.01.24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03FE17-E0DE-4727-8D0D-916DAE0CA91D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43385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79F83A-785F-4360-A784-5014DB85EF80}" type="datetimeFigureOut">
              <a:rPr lang="de-DE" smtClean="0"/>
              <a:pPr/>
              <a:t>16.01.24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008063" y="685800"/>
            <a:ext cx="48418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00A50D-30E1-41BB-BFC2-D3D818AB8EF9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029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1pPr>
    <a:lvl2pPr marL="2088215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2pPr>
    <a:lvl3pPr marL="4176431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3pPr>
    <a:lvl4pPr marL="6264646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4pPr>
    <a:lvl5pPr marL="8352861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5pPr>
    <a:lvl6pPr marL="10441076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6pPr>
    <a:lvl7pPr marL="12529292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7pPr>
    <a:lvl8pPr marL="14617507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8pPr>
    <a:lvl9pPr marL="16705722" algn="l" defTabSz="4176431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74F513A-BFF6-4EFC-A7CC-D2427682B21D}"/>
              </a:ext>
            </a:extLst>
          </p:cNvPr>
          <p:cNvSpPr/>
          <p:nvPr userDrawn="1"/>
        </p:nvSpPr>
        <p:spPr>
          <a:xfrm>
            <a:off x="2302692" y="8007889"/>
            <a:ext cx="12059486" cy="10921026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DD99A13-DE1F-47DF-8059-993FE5E14983}"/>
              </a:ext>
            </a:extLst>
          </p:cNvPr>
          <p:cNvSpPr/>
          <p:nvPr userDrawn="1"/>
        </p:nvSpPr>
        <p:spPr>
          <a:xfrm>
            <a:off x="15398181" y="8007888"/>
            <a:ext cx="12059486" cy="1892601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F0047BF-762E-4BB1-B361-F9D46755882E}"/>
              </a:ext>
            </a:extLst>
          </p:cNvPr>
          <p:cNvSpPr/>
          <p:nvPr userDrawn="1"/>
        </p:nvSpPr>
        <p:spPr>
          <a:xfrm>
            <a:off x="2293520" y="19391289"/>
            <a:ext cx="12059486" cy="754261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AD9447DE-8622-49F9-8BB1-E3327607ED28}"/>
              </a:ext>
            </a:extLst>
          </p:cNvPr>
          <p:cNvSpPr/>
          <p:nvPr userDrawn="1"/>
        </p:nvSpPr>
        <p:spPr>
          <a:xfrm>
            <a:off x="28381500" y="8007889"/>
            <a:ext cx="12059486" cy="6688228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DCA63645-2B1A-4147-AB62-AC8A146358AE}"/>
              </a:ext>
            </a:extLst>
          </p:cNvPr>
          <p:cNvSpPr/>
          <p:nvPr userDrawn="1"/>
        </p:nvSpPr>
        <p:spPr>
          <a:xfrm>
            <a:off x="28412886" y="15107528"/>
            <a:ext cx="12059486" cy="561484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4CD47678-0EDF-471C-8E09-538CA8E8B9AC}"/>
              </a:ext>
            </a:extLst>
          </p:cNvPr>
          <p:cNvSpPr/>
          <p:nvPr userDrawn="1"/>
        </p:nvSpPr>
        <p:spPr>
          <a:xfrm>
            <a:off x="28381500" y="21146079"/>
            <a:ext cx="12059486" cy="578782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56" name="Textplatzhalter 15">
            <a:extLst>
              <a:ext uri="{FF2B5EF4-FFF2-40B4-BE49-F238E27FC236}">
                <a16:creationId xmlns:a16="http://schemas.microsoft.com/office/drawing/2014/main" id="{7E24A74D-83A4-44C1-8E2C-F38884A91C8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8432896" y="21166257"/>
            <a:ext cx="11955403" cy="73851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0">
            <a:noAutofit/>
          </a:bodyPr>
          <a:lstStyle>
            <a:lvl1pPr>
              <a:defRPr sz="3118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53" name="Textplatzhalter 15">
            <a:extLst>
              <a:ext uri="{FF2B5EF4-FFF2-40B4-BE49-F238E27FC236}">
                <a16:creationId xmlns:a16="http://schemas.microsoft.com/office/drawing/2014/main" id="{BD6E2D83-891B-4524-BC12-357D2423B1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8464282" y="15127705"/>
            <a:ext cx="11955403" cy="73851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0"/>
          <a:lstStyle>
            <a:lvl1pPr>
              <a:defRPr sz="3118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5968369" y="9204801"/>
            <a:ext cx="10977166" cy="11049781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en-GB"/>
              <a:t>Click icon to add picture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2AFC87E-7431-44FD-9168-BDC05B6B0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41180" y="3275847"/>
            <a:ext cx="38083768" cy="2141462"/>
          </a:xfrm>
          <a:prstGeom prst="rect">
            <a:avLst/>
          </a:prstGeom>
        </p:spPr>
        <p:txBody>
          <a:bodyPr lIns="36000"/>
          <a:lstStyle>
            <a:lvl1pPr>
              <a:defRPr sz="6663"/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5D55E40-9F4B-425A-950A-0B709EDEF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341180" y="5825644"/>
            <a:ext cx="38083768" cy="764369"/>
          </a:xfrm>
          <a:prstGeom prst="rect">
            <a:avLst/>
          </a:prstGeom>
        </p:spPr>
        <p:txBody>
          <a:bodyPr lIns="0"/>
          <a:lstStyle>
            <a:lvl1pPr>
              <a:defRPr sz="4749"/>
            </a:lvl1pPr>
            <a:lvl5pPr marL="5920576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9804F76F-BD43-4A28-ACD0-81A4B2A68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67323" y="6916366"/>
            <a:ext cx="38105050" cy="489443"/>
          </a:xfrm>
          <a:prstGeom prst="rect">
            <a:avLst/>
          </a:prstGeom>
        </p:spPr>
        <p:txBody>
          <a:bodyPr lIns="0" tIns="0" rIns="0"/>
          <a:lstStyle>
            <a:lvl1pPr>
              <a:defRPr sz="3118"/>
            </a:lvl1pPr>
            <a:lvl5pPr marL="5920576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A2B2A0E0-7079-491E-BA67-2AE00A778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54088" y="8032618"/>
            <a:ext cx="11955403" cy="73851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0">
            <a:noAutofit/>
          </a:bodyPr>
          <a:lstStyle>
            <a:lvl1pPr>
              <a:defRPr sz="3118" b="1" kern="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574CB62-D4CD-495C-A2C6-BF9E4D3FBE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5968475" y="20271065"/>
            <a:ext cx="10977060" cy="198286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92"/>
            </a:lvl1pPr>
            <a:lvl2pPr>
              <a:defRPr sz="992"/>
            </a:lvl2pPr>
            <a:lvl3pPr>
              <a:defRPr sz="992"/>
            </a:lvl3pPr>
            <a:lvl4pPr>
              <a:defRPr sz="992"/>
            </a:lvl4pPr>
            <a:lvl5pPr>
              <a:defRPr sz="992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E4E63A18-BA91-4B51-B292-12EC384357F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854802" y="26333070"/>
            <a:ext cx="11040500" cy="224814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92"/>
            </a:lvl1pPr>
            <a:lvl2pPr>
              <a:defRPr sz="992"/>
            </a:lvl2pPr>
            <a:lvl3pPr>
              <a:defRPr sz="992"/>
            </a:lvl3pPr>
            <a:lvl4pPr>
              <a:defRPr sz="992"/>
            </a:lvl4pPr>
            <a:lvl5pPr>
              <a:defRPr sz="992"/>
            </a:lvl5pPr>
          </a:lstStyle>
          <a:p>
            <a:pPr lvl="0"/>
            <a:r>
              <a:rPr lang="de-DE" dirty="0"/>
              <a:t>Bildunterschrift, Autor, etc.</a:t>
            </a:r>
            <a:endParaRPr lang="en-US" dirty="0"/>
          </a:p>
        </p:txBody>
      </p:sp>
      <p:sp>
        <p:nvSpPr>
          <p:cNvPr id="52" name="Bildplatzhalter 51">
            <a:extLst>
              <a:ext uri="{FF2B5EF4-FFF2-40B4-BE49-F238E27FC236}">
                <a16:creationId xmlns:a16="http://schemas.microsoft.com/office/drawing/2014/main" id="{082CFC5F-B249-46A2-BC0B-ACDBA3E17D5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854802" y="22735481"/>
            <a:ext cx="11024193" cy="3576797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B757A85-1537-4D7D-8F21-ABE657BCC716}"/>
              </a:ext>
            </a:extLst>
          </p:cNvPr>
          <p:cNvCxnSpPr>
            <a:cxnSpLocks/>
          </p:cNvCxnSpPr>
          <p:nvPr userDrawn="1"/>
        </p:nvCxnSpPr>
        <p:spPr>
          <a:xfrm>
            <a:off x="2367324" y="27290815"/>
            <a:ext cx="38057624" cy="0"/>
          </a:xfrm>
          <a:prstGeom prst="line">
            <a:avLst/>
          </a:prstGeom>
          <a:ln w="60960" cap="rnd" cmpd="sng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311E130A-9E77-4FC1-9807-0B1C025B0B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1906995" y="27643741"/>
            <a:ext cx="18517955" cy="1492731"/>
          </a:xfrm>
          <a:prstGeom prst="rect">
            <a:avLst/>
          </a:prstGeom>
          <a:ln w="60960">
            <a:solidFill>
              <a:schemeClr val="bg1">
                <a:lumMod val="65000"/>
              </a:schemeClr>
            </a:solidFill>
          </a:ln>
        </p:spPr>
        <p:txBody>
          <a:bodyPr lIns="396000" tIns="432000" rIns="396000" bIns="432000"/>
          <a:lstStyle>
            <a:lvl1pPr>
              <a:defRPr sz="85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6C9FA-149F-4DAE-AF20-EF8E17C121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354088" y="8771134"/>
            <a:ext cx="11955403" cy="10131261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1772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9370CD26-6711-4F79-98CC-7C1A4D01E5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5446178" y="20628969"/>
            <a:ext cx="11955403" cy="6279628"/>
          </a:xfrm>
        </p:spPr>
        <p:txBody>
          <a:bodyPr lIns="396000" tIns="396000" rIns="396000" bIns="540000"/>
          <a:lstStyle>
            <a:lvl1pPr>
              <a:defRPr sz="1772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9" name="Textplatzhalter 2">
            <a:extLst>
              <a:ext uri="{FF2B5EF4-FFF2-40B4-BE49-F238E27FC236}">
                <a16:creationId xmlns:a16="http://schemas.microsoft.com/office/drawing/2014/main" id="{B58B67C4-7003-45C2-8808-A0663CE5168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8451986" y="15869683"/>
            <a:ext cx="11972962" cy="4827292"/>
          </a:xfrm>
        </p:spPr>
        <p:txBody>
          <a:bodyPr lIns="396000" tIns="396000" rIns="396000" bIns="540000"/>
          <a:lstStyle>
            <a:lvl1pPr>
              <a:defRPr sz="1772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0" name="Textplatzhalter 2">
            <a:extLst>
              <a:ext uri="{FF2B5EF4-FFF2-40B4-BE49-F238E27FC236}">
                <a16:creationId xmlns:a16="http://schemas.microsoft.com/office/drawing/2014/main" id="{FE3A7EEB-9354-490A-95BE-BFC8267441F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8451984" y="8783305"/>
            <a:ext cx="11917257" cy="5884148"/>
          </a:xfrm>
        </p:spPr>
        <p:txBody>
          <a:bodyPr lIns="396000" tIns="396000" rIns="396000" bIns="540000"/>
          <a:lstStyle>
            <a:lvl1pPr>
              <a:defRPr sz="1772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2CE8C4F2-27C1-4658-9623-DD7687670D7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8440742" y="21902543"/>
            <a:ext cx="11938589" cy="5009427"/>
          </a:xfrm>
        </p:spPr>
        <p:txBody>
          <a:bodyPr lIns="396000" tIns="396000" rIns="396000" bIns="540000"/>
          <a:lstStyle>
            <a:lvl1pPr>
              <a:defRPr sz="1772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3BA6E808-80EA-4335-8446-E8856FB78E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344916" y="19416018"/>
            <a:ext cx="11955403" cy="73851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0">
            <a:noAutofit/>
          </a:bodyPr>
          <a:lstStyle>
            <a:lvl1pPr>
              <a:defRPr sz="3118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D2D870DD-C02B-41C5-9BDB-226A0B8E3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344916" y="20154534"/>
            <a:ext cx="11955403" cy="2560154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1772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43" name="Textplatzhalter 15">
            <a:extLst>
              <a:ext uri="{FF2B5EF4-FFF2-40B4-BE49-F238E27FC236}">
                <a16:creationId xmlns:a16="http://schemas.microsoft.com/office/drawing/2014/main" id="{3BC5CCE8-DC54-48F2-B9A7-A06484DBD52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5449578" y="8032618"/>
            <a:ext cx="11955403" cy="73851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0">
            <a:noAutofit/>
          </a:bodyPr>
          <a:lstStyle>
            <a:lvl1pPr>
              <a:defRPr sz="3118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49" name="Textplatzhalter 15">
            <a:extLst>
              <a:ext uri="{FF2B5EF4-FFF2-40B4-BE49-F238E27FC236}">
                <a16:creationId xmlns:a16="http://schemas.microsoft.com/office/drawing/2014/main" id="{33F9BD31-F856-4F0F-BFB8-6EE0C1C1539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8432896" y="8032618"/>
            <a:ext cx="11955403" cy="73851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0">
            <a:noAutofit/>
          </a:bodyPr>
          <a:lstStyle>
            <a:lvl1pPr>
              <a:defRPr sz="3118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2941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58" userDrawn="1">
          <p15:clr>
            <a:srgbClr val="5ACBF0"/>
          </p15:clr>
        </p15:guide>
        <p15:guide id="2" pos="9020" userDrawn="1">
          <p15:clr>
            <a:srgbClr val="5ACBF0"/>
          </p15:clr>
        </p15:guide>
        <p15:guide id="3" pos="9728" userDrawn="1">
          <p15:clr>
            <a:srgbClr val="5ACBF0"/>
          </p15:clr>
        </p15:guide>
        <p15:guide id="5" pos="17910" userDrawn="1">
          <p15:clr>
            <a:srgbClr val="5ACBF0"/>
          </p15:clr>
        </p15:guide>
        <p15:guide id="6" orient="horz" pos="16953" userDrawn="1">
          <p15:clr>
            <a:srgbClr val="5ACBF0"/>
          </p15:clr>
        </p15:guide>
        <p15:guide id="7" orient="horz" pos="17191" userDrawn="1">
          <p15:clr>
            <a:srgbClr val="9FCC3B"/>
          </p15:clr>
        </p15:guide>
        <p15:guide id="8" orient="horz" pos="4626" userDrawn="1">
          <p15:clr>
            <a:srgbClr val="5ACBF0"/>
          </p15:clr>
        </p15:guide>
        <p15:guide id="12" pos="17262" userDrawn="1">
          <p15:clr>
            <a:srgbClr val="5ACBF0"/>
          </p15:clr>
        </p15:guide>
        <p15:guide id="13" orient="horz" pos="1739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Spalten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74F513A-BFF6-4EFC-A7CC-D2427682B21D}"/>
              </a:ext>
            </a:extLst>
          </p:cNvPr>
          <p:cNvSpPr/>
          <p:nvPr userDrawn="1"/>
        </p:nvSpPr>
        <p:spPr>
          <a:xfrm>
            <a:off x="2302692" y="8007889"/>
            <a:ext cx="12059486" cy="10921026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DD99A13-DE1F-47DF-8059-993FE5E14983}"/>
              </a:ext>
            </a:extLst>
          </p:cNvPr>
          <p:cNvSpPr/>
          <p:nvPr userDrawn="1"/>
        </p:nvSpPr>
        <p:spPr>
          <a:xfrm>
            <a:off x="15398181" y="8007888"/>
            <a:ext cx="12059486" cy="1892601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F0047BF-762E-4BB1-B361-F9D46755882E}"/>
              </a:ext>
            </a:extLst>
          </p:cNvPr>
          <p:cNvSpPr/>
          <p:nvPr userDrawn="1"/>
        </p:nvSpPr>
        <p:spPr>
          <a:xfrm>
            <a:off x="2293520" y="19391289"/>
            <a:ext cx="12059486" cy="754261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AD9447DE-8622-49F9-8BB1-E3327607ED28}"/>
              </a:ext>
            </a:extLst>
          </p:cNvPr>
          <p:cNvSpPr/>
          <p:nvPr userDrawn="1"/>
        </p:nvSpPr>
        <p:spPr>
          <a:xfrm>
            <a:off x="28381500" y="8007889"/>
            <a:ext cx="12059486" cy="6688228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DCA63645-2B1A-4147-AB62-AC8A146358AE}"/>
              </a:ext>
            </a:extLst>
          </p:cNvPr>
          <p:cNvSpPr/>
          <p:nvPr userDrawn="1"/>
        </p:nvSpPr>
        <p:spPr>
          <a:xfrm>
            <a:off x="28412886" y="15107528"/>
            <a:ext cx="12059486" cy="561484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4CD47678-0EDF-471C-8E09-538CA8E8B9AC}"/>
              </a:ext>
            </a:extLst>
          </p:cNvPr>
          <p:cNvSpPr/>
          <p:nvPr userDrawn="1"/>
        </p:nvSpPr>
        <p:spPr>
          <a:xfrm>
            <a:off x="28381500" y="21146079"/>
            <a:ext cx="12059486" cy="578782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56" name="Textplatzhalter 15">
            <a:extLst>
              <a:ext uri="{FF2B5EF4-FFF2-40B4-BE49-F238E27FC236}">
                <a16:creationId xmlns:a16="http://schemas.microsoft.com/office/drawing/2014/main" id="{7E24A74D-83A4-44C1-8E2C-F38884A91C8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8432896" y="21166257"/>
            <a:ext cx="11955403" cy="738516"/>
          </a:xfrm>
          <a:prstGeom prst="rect">
            <a:avLst/>
          </a:prstGeom>
          <a:solidFill>
            <a:schemeClr val="bg2"/>
          </a:solidFill>
          <a:ln w="60960">
            <a:noFill/>
          </a:ln>
        </p:spPr>
        <p:txBody>
          <a:bodyPr lIns="396000" tIns="0" rIns="396000" bIns="0" anchor="ctr" anchorCtr="0">
            <a:noAutofit/>
          </a:bodyPr>
          <a:lstStyle>
            <a:lvl1pPr>
              <a:defRPr sz="3118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53" name="Textplatzhalter 15">
            <a:extLst>
              <a:ext uri="{FF2B5EF4-FFF2-40B4-BE49-F238E27FC236}">
                <a16:creationId xmlns:a16="http://schemas.microsoft.com/office/drawing/2014/main" id="{BD6E2D83-891B-4524-BC12-357D2423B1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8464282" y="15127705"/>
            <a:ext cx="11955403" cy="738516"/>
          </a:xfrm>
          <a:prstGeom prst="rect">
            <a:avLst/>
          </a:prstGeom>
          <a:solidFill>
            <a:schemeClr val="bg2"/>
          </a:solidFill>
          <a:ln w="60960">
            <a:noFill/>
          </a:ln>
        </p:spPr>
        <p:txBody>
          <a:bodyPr lIns="396000" tIns="0" rIns="396000" bIns="0" anchor="ctr" anchorCtr="0">
            <a:noAutofit/>
          </a:bodyPr>
          <a:lstStyle>
            <a:lvl1pPr>
              <a:defRPr sz="3118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5968369" y="9204801"/>
            <a:ext cx="10977166" cy="11049781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en-GB"/>
              <a:t>Click icon to add picture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2AFC87E-7431-44FD-9168-BDC05B6B0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41180" y="3275847"/>
            <a:ext cx="38083768" cy="2141462"/>
          </a:xfrm>
          <a:prstGeom prst="rect">
            <a:avLst/>
          </a:prstGeom>
        </p:spPr>
        <p:txBody>
          <a:bodyPr lIns="36000"/>
          <a:lstStyle>
            <a:lvl1pPr>
              <a:defRPr sz="6663"/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5D55E40-9F4B-425A-950A-0B709EDEF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341180" y="5825644"/>
            <a:ext cx="38083768" cy="764369"/>
          </a:xfrm>
          <a:prstGeom prst="rect">
            <a:avLst/>
          </a:prstGeom>
        </p:spPr>
        <p:txBody>
          <a:bodyPr lIns="0"/>
          <a:lstStyle>
            <a:lvl1pPr>
              <a:defRPr sz="4749"/>
            </a:lvl1pPr>
            <a:lvl5pPr marL="5920576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9804F76F-BD43-4A28-ACD0-81A4B2A68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67323" y="6916366"/>
            <a:ext cx="38105050" cy="489443"/>
          </a:xfrm>
          <a:prstGeom prst="rect">
            <a:avLst/>
          </a:prstGeom>
        </p:spPr>
        <p:txBody>
          <a:bodyPr lIns="0" tIns="0" rIns="0"/>
          <a:lstStyle>
            <a:lvl1pPr>
              <a:defRPr sz="3118"/>
            </a:lvl1pPr>
            <a:lvl5pPr marL="5920576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A2B2A0E0-7079-491E-BA67-2AE00A778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54088" y="8032618"/>
            <a:ext cx="11955403" cy="738516"/>
          </a:xfrm>
          <a:prstGeom prst="rect">
            <a:avLst/>
          </a:prstGeom>
          <a:solidFill>
            <a:schemeClr val="bg2"/>
          </a:solidFill>
          <a:ln w="60960">
            <a:noFill/>
          </a:ln>
        </p:spPr>
        <p:txBody>
          <a:bodyPr lIns="396000" tIns="0" rIns="396000" bIns="0" anchor="ctr" anchorCtr="0">
            <a:noAutofit/>
          </a:bodyPr>
          <a:lstStyle>
            <a:lvl1pPr>
              <a:defRPr sz="3118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574CB62-D4CD-495C-A2C6-BF9E4D3FBE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5968475" y="20271065"/>
            <a:ext cx="10977060" cy="198286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92"/>
            </a:lvl1pPr>
            <a:lvl2pPr>
              <a:defRPr sz="992"/>
            </a:lvl2pPr>
            <a:lvl3pPr>
              <a:defRPr sz="992"/>
            </a:lvl3pPr>
            <a:lvl4pPr>
              <a:defRPr sz="992"/>
            </a:lvl4pPr>
            <a:lvl5pPr>
              <a:defRPr sz="992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E4E63A18-BA91-4B51-B292-12EC384357F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854802" y="26333070"/>
            <a:ext cx="11040500" cy="224814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92"/>
            </a:lvl1pPr>
            <a:lvl2pPr>
              <a:defRPr sz="992"/>
            </a:lvl2pPr>
            <a:lvl3pPr>
              <a:defRPr sz="992"/>
            </a:lvl3pPr>
            <a:lvl4pPr>
              <a:defRPr sz="992"/>
            </a:lvl4pPr>
            <a:lvl5pPr>
              <a:defRPr sz="992"/>
            </a:lvl5pPr>
          </a:lstStyle>
          <a:p>
            <a:pPr lvl="0"/>
            <a:r>
              <a:rPr lang="de-DE" dirty="0"/>
              <a:t>Bildunterschrift, Autor, etc.</a:t>
            </a:r>
            <a:endParaRPr lang="en-US" dirty="0"/>
          </a:p>
        </p:txBody>
      </p:sp>
      <p:sp>
        <p:nvSpPr>
          <p:cNvPr id="52" name="Bildplatzhalter 51">
            <a:extLst>
              <a:ext uri="{FF2B5EF4-FFF2-40B4-BE49-F238E27FC236}">
                <a16:creationId xmlns:a16="http://schemas.microsoft.com/office/drawing/2014/main" id="{082CFC5F-B249-46A2-BC0B-ACDBA3E17D5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854802" y="22735481"/>
            <a:ext cx="11024193" cy="3576797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B757A85-1537-4D7D-8F21-ABE657BCC716}"/>
              </a:ext>
            </a:extLst>
          </p:cNvPr>
          <p:cNvCxnSpPr>
            <a:cxnSpLocks/>
          </p:cNvCxnSpPr>
          <p:nvPr userDrawn="1"/>
        </p:nvCxnSpPr>
        <p:spPr>
          <a:xfrm>
            <a:off x="2367324" y="27290815"/>
            <a:ext cx="38057624" cy="0"/>
          </a:xfrm>
          <a:prstGeom prst="line">
            <a:avLst/>
          </a:prstGeom>
          <a:ln w="60960" cap="rnd" cmpd="sng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311E130A-9E77-4FC1-9807-0B1C025B0B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1906995" y="27643741"/>
            <a:ext cx="18517955" cy="1492731"/>
          </a:xfrm>
          <a:prstGeom prst="rect">
            <a:avLst/>
          </a:prstGeom>
          <a:ln w="60960">
            <a:solidFill>
              <a:schemeClr val="bg1">
                <a:lumMod val="65000"/>
              </a:schemeClr>
            </a:solidFill>
          </a:ln>
        </p:spPr>
        <p:txBody>
          <a:bodyPr lIns="396000" tIns="432000" rIns="396000" bIns="432000"/>
          <a:lstStyle>
            <a:lvl1pPr>
              <a:defRPr sz="85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6C9FA-149F-4DAE-AF20-EF8E17C121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354088" y="8771134"/>
            <a:ext cx="11955403" cy="10131261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1772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9370CD26-6711-4F79-98CC-7C1A4D01E5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5446178" y="20628969"/>
            <a:ext cx="11955403" cy="6279628"/>
          </a:xfrm>
        </p:spPr>
        <p:txBody>
          <a:bodyPr lIns="396000" tIns="396000" rIns="396000" bIns="540000"/>
          <a:lstStyle>
            <a:lvl1pPr>
              <a:defRPr sz="1772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9" name="Textplatzhalter 2">
            <a:extLst>
              <a:ext uri="{FF2B5EF4-FFF2-40B4-BE49-F238E27FC236}">
                <a16:creationId xmlns:a16="http://schemas.microsoft.com/office/drawing/2014/main" id="{B58B67C4-7003-45C2-8808-A0663CE5168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8451986" y="15869683"/>
            <a:ext cx="11972962" cy="4827292"/>
          </a:xfrm>
        </p:spPr>
        <p:txBody>
          <a:bodyPr lIns="396000" tIns="396000" rIns="396000" bIns="540000"/>
          <a:lstStyle>
            <a:lvl1pPr>
              <a:defRPr sz="1772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0" name="Textplatzhalter 2">
            <a:extLst>
              <a:ext uri="{FF2B5EF4-FFF2-40B4-BE49-F238E27FC236}">
                <a16:creationId xmlns:a16="http://schemas.microsoft.com/office/drawing/2014/main" id="{FE3A7EEB-9354-490A-95BE-BFC8267441F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8451984" y="8783305"/>
            <a:ext cx="11917257" cy="5884148"/>
          </a:xfrm>
        </p:spPr>
        <p:txBody>
          <a:bodyPr lIns="396000" tIns="396000" rIns="396000" bIns="540000"/>
          <a:lstStyle>
            <a:lvl1pPr>
              <a:defRPr sz="1772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2CE8C4F2-27C1-4658-9623-DD7687670D7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8440742" y="21902543"/>
            <a:ext cx="11938589" cy="5009427"/>
          </a:xfrm>
        </p:spPr>
        <p:txBody>
          <a:bodyPr lIns="396000" tIns="396000" rIns="396000" bIns="540000"/>
          <a:lstStyle>
            <a:lvl1pPr>
              <a:defRPr sz="1772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3BA6E808-80EA-4335-8446-E8856FB78E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344916" y="19416018"/>
            <a:ext cx="11955403" cy="738516"/>
          </a:xfrm>
          <a:prstGeom prst="rect">
            <a:avLst/>
          </a:prstGeom>
          <a:solidFill>
            <a:schemeClr val="bg2"/>
          </a:solidFill>
          <a:ln w="60960">
            <a:noFill/>
          </a:ln>
        </p:spPr>
        <p:txBody>
          <a:bodyPr lIns="396000" tIns="0" rIns="396000" bIns="0" anchor="ctr" anchorCtr="0">
            <a:noAutofit/>
          </a:bodyPr>
          <a:lstStyle>
            <a:lvl1pPr>
              <a:defRPr sz="3118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D2D870DD-C02B-41C5-9BDB-226A0B8E3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344916" y="20154534"/>
            <a:ext cx="11955403" cy="2560154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1772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43" name="Textplatzhalter 15">
            <a:extLst>
              <a:ext uri="{FF2B5EF4-FFF2-40B4-BE49-F238E27FC236}">
                <a16:creationId xmlns:a16="http://schemas.microsoft.com/office/drawing/2014/main" id="{3BC5CCE8-DC54-48F2-B9A7-A06484DBD52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5449578" y="8032618"/>
            <a:ext cx="11955403" cy="738516"/>
          </a:xfrm>
          <a:prstGeom prst="rect">
            <a:avLst/>
          </a:prstGeom>
          <a:solidFill>
            <a:schemeClr val="bg2"/>
          </a:solidFill>
          <a:ln w="60960">
            <a:noFill/>
          </a:ln>
        </p:spPr>
        <p:txBody>
          <a:bodyPr lIns="396000" tIns="0" rIns="396000" bIns="0" anchor="ctr" anchorCtr="0">
            <a:noAutofit/>
          </a:bodyPr>
          <a:lstStyle>
            <a:lvl1pPr>
              <a:defRPr sz="3118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49" name="Textplatzhalter 15">
            <a:extLst>
              <a:ext uri="{FF2B5EF4-FFF2-40B4-BE49-F238E27FC236}">
                <a16:creationId xmlns:a16="http://schemas.microsoft.com/office/drawing/2014/main" id="{33F9BD31-F856-4F0F-BFB8-6EE0C1C1539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8432896" y="8032618"/>
            <a:ext cx="11955403" cy="738516"/>
          </a:xfrm>
          <a:prstGeom prst="rect">
            <a:avLst/>
          </a:prstGeom>
          <a:solidFill>
            <a:schemeClr val="bg2"/>
          </a:solidFill>
          <a:ln w="60960">
            <a:noFill/>
          </a:ln>
        </p:spPr>
        <p:txBody>
          <a:bodyPr lIns="396000" tIns="0" rIns="396000" bIns="0" anchor="ctr" anchorCtr="0">
            <a:noAutofit/>
          </a:bodyPr>
          <a:lstStyle>
            <a:lvl1pPr>
              <a:defRPr sz="3118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2807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58" userDrawn="1">
          <p15:clr>
            <a:srgbClr val="5ACBF0"/>
          </p15:clr>
        </p15:guide>
        <p15:guide id="2" pos="9020" userDrawn="1">
          <p15:clr>
            <a:srgbClr val="5ACBF0"/>
          </p15:clr>
        </p15:guide>
        <p15:guide id="3" pos="9728" userDrawn="1">
          <p15:clr>
            <a:srgbClr val="5ACBF0"/>
          </p15:clr>
        </p15:guide>
        <p15:guide id="5" pos="17910" userDrawn="1">
          <p15:clr>
            <a:srgbClr val="5ACBF0"/>
          </p15:clr>
        </p15:guide>
        <p15:guide id="6" orient="horz" pos="16953" userDrawn="1">
          <p15:clr>
            <a:srgbClr val="5ACBF0"/>
          </p15:clr>
        </p15:guide>
        <p15:guide id="7" orient="horz" pos="17191" userDrawn="1">
          <p15:clr>
            <a:srgbClr val="9FCC3B"/>
          </p15:clr>
        </p15:guide>
        <p15:guide id="8" orient="horz" pos="4626" userDrawn="1">
          <p15:clr>
            <a:srgbClr val="5ACBF0"/>
          </p15:clr>
        </p15:guide>
        <p15:guide id="12" pos="17262" userDrawn="1">
          <p15:clr>
            <a:srgbClr val="5ACBF0"/>
          </p15:clr>
        </p15:guide>
        <p15:guide id="13" orient="horz" pos="1739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Spalten asymetri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74F513A-BFF6-4EFC-A7CC-D2427682B21D}"/>
              </a:ext>
            </a:extLst>
          </p:cNvPr>
          <p:cNvSpPr/>
          <p:nvPr userDrawn="1"/>
        </p:nvSpPr>
        <p:spPr>
          <a:xfrm>
            <a:off x="2302692" y="8007889"/>
            <a:ext cx="12059486" cy="10921026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DD99A13-DE1F-47DF-8059-993FE5E14983}"/>
              </a:ext>
            </a:extLst>
          </p:cNvPr>
          <p:cNvSpPr/>
          <p:nvPr userDrawn="1"/>
        </p:nvSpPr>
        <p:spPr>
          <a:xfrm>
            <a:off x="15398181" y="8007888"/>
            <a:ext cx="25026767" cy="1892601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F0047BF-762E-4BB1-B361-F9D46755882E}"/>
              </a:ext>
            </a:extLst>
          </p:cNvPr>
          <p:cNvSpPr/>
          <p:nvPr userDrawn="1"/>
        </p:nvSpPr>
        <p:spPr>
          <a:xfrm>
            <a:off x="2293520" y="19391289"/>
            <a:ext cx="12059486" cy="754261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5968369" y="9204801"/>
            <a:ext cx="23944415" cy="7030396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en-GB"/>
              <a:t>Click icon to add picture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2AFC87E-7431-44FD-9168-BDC05B6B0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41180" y="3275847"/>
            <a:ext cx="38083768" cy="2141462"/>
          </a:xfrm>
          <a:prstGeom prst="rect">
            <a:avLst/>
          </a:prstGeom>
        </p:spPr>
        <p:txBody>
          <a:bodyPr lIns="36000"/>
          <a:lstStyle>
            <a:lvl1pPr>
              <a:defRPr sz="6663"/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5D55E40-9F4B-425A-950A-0B709EDEF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341180" y="5825644"/>
            <a:ext cx="38083768" cy="764369"/>
          </a:xfrm>
          <a:prstGeom prst="rect">
            <a:avLst/>
          </a:prstGeom>
        </p:spPr>
        <p:txBody>
          <a:bodyPr lIns="0"/>
          <a:lstStyle>
            <a:lvl1pPr>
              <a:defRPr sz="4749"/>
            </a:lvl1pPr>
            <a:lvl5pPr marL="5920576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9804F76F-BD43-4A28-ACD0-81A4B2A68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67323" y="6916366"/>
            <a:ext cx="38105050" cy="489443"/>
          </a:xfrm>
          <a:prstGeom prst="rect">
            <a:avLst/>
          </a:prstGeom>
        </p:spPr>
        <p:txBody>
          <a:bodyPr lIns="0" tIns="0" rIns="0"/>
          <a:lstStyle>
            <a:lvl1pPr>
              <a:defRPr sz="3118"/>
            </a:lvl1pPr>
            <a:lvl5pPr marL="5920576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A2B2A0E0-7079-491E-BA67-2AE00A778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54088" y="8032618"/>
            <a:ext cx="11955403" cy="73851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3118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574CB62-D4CD-495C-A2C6-BF9E4D3FBE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5968473" y="16235197"/>
            <a:ext cx="23944311" cy="223223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92"/>
            </a:lvl1pPr>
            <a:lvl2pPr>
              <a:defRPr sz="992"/>
            </a:lvl2pPr>
            <a:lvl3pPr>
              <a:defRPr sz="992"/>
            </a:lvl3pPr>
            <a:lvl4pPr>
              <a:defRPr sz="992"/>
            </a:lvl4pPr>
            <a:lvl5pPr>
              <a:defRPr sz="992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E4E63A18-BA91-4B51-B292-12EC384357F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854802" y="26333070"/>
            <a:ext cx="11040500" cy="224814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92"/>
            </a:lvl1pPr>
            <a:lvl2pPr>
              <a:defRPr sz="992"/>
            </a:lvl2pPr>
            <a:lvl3pPr>
              <a:defRPr sz="992"/>
            </a:lvl3pPr>
            <a:lvl4pPr>
              <a:defRPr sz="992"/>
            </a:lvl4pPr>
            <a:lvl5pPr>
              <a:defRPr sz="992"/>
            </a:lvl5pPr>
          </a:lstStyle>
          <a:p>
            <a:pPr lvl="0"/>
            <a:r>
              <a:rPr lang="de-DE" dirty="0"/>
              <a:t>Bildunterschrift, Autor, etc.</a:t>
            </a:r>
            <a:endParaRPr lang="en-US" dirty="0"/>
          </a:p>
        </p:txBody>
      </p:sp>
      <p:sp>
        <p:nvSpPr>
          <p:cNvPr id="52" name="Bildplatzhalter 51">
            <a:extLst>
              <a:ext uri="{FF2B5EF4-FFF2-40B4-BE49-F238E27FC236}">
                <a16:creationId xmlns:a16="http://schemas.microsoft.com/office/drawing/2014/main" id="{082CFC5F-B249-46A2-BC0B-ACDBA3E17D5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854802" y="22735481"/>
            <a:ext cx="11024193" cy="3576797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B757A85-1537-4D7D-8F21-ABE657BCC716}"/>
              </a:ext>
            </a:extLst>
          </p:cNvPr>
          <p:cNvCxnSpPr>
            <a:cxnSpLocks/>
          </p:cNvCxnSpPr>
          <p:nvPr userDrawn="1"/>
        </p:nvCxnSpPr>
        <p:spPr>
          <a:xfrm>
            <a:off x="2367324" y="27290815"/>
            <a:ext cx="38057624" cy="0"/>
          </a:xfrm>
          <a:prstGeom prst="line">
            <a:avLst/>
          </a:prstGeom>
          <a:ln w="60960" cap="rnd" cmpd="sng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311E130A-9E77-4FC1-9807-0B1C025B0B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1906995" y="27643741"/>
            <a:ext cx="18517955" cy="1492731"/>
          </a:xfrm>
          <a:prstGeom prst="rect">
            <a:avLst/>
          </a:prstGeom>
          <a:ln w="60960">
            <a:solidFill>
              <a:schemeClr val="bg1">
                <a:lumMod val="65000"/>
              </a:schemeClr>
            </a:solidFill>
          </a:ln>
        </p:spPr>
        <p:txBody>
          <a:bodyPr lIns="396000" tIns="432000" rIns="396000" bIns="432000"/>
          <a:lstStyle>
            <a:lvl1pPr>
              <a:defRPr sz="85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6C9FA-149F-4DAE-AF20-EF8E17C121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354088" y="8771134"/>
            <a:ext cx="11955403" cy="10131261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1772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9370CD26-6711-4F79-98CC-7C1A4D01E5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5446178" y="16481529"/>
            <a:ext cx="25026192" cy="10427069"/>
          </a:xfrm>
        </p:spPr>
        <p:txBody>
          <a:bodyPr lIns="396000" tIns="396000" rIns="396000" bIns="540000"/>
          <a:lstStyle>
            <a:lvl1pPr>
              <a:defRPr sz="1772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3BA6E808-80EA-4335-8446-E8856FB78E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344916" y="19416018"/>
            <a:ext cx="11955403" cy="73851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3118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D2D870DD-C02B-41C5-9BDB-226A0B8E3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344916" y="20154534"/>
            <a:ext cx="11955403" cy="2560154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1772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43" name="Textplatzhalter 15">
            <a:extLst>
              <a:ext uri="{FF2B5EF4-FFF2-40B4-BE49-F238E27FC236}">
                <a16:creationId xmlns:a16="http://schemas.microsoft.com/office/drawing/2014/main" id="{3BC5CCE8-DC54-48F2-B9A7-A06484DBD52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5449577" y="8032618"/>
            <a:ext cx="24975370" cy="815270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3118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9836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58" userDrawn="1">
          <p15:clr>
            <a:srgbClr val="5ACBF0"/>
          </p15:clr>
        </p15:guide>
        <p15:guide id="2" pos="9020" userDrawn="1">
          <p15:clr>
            <a:srgbClr val="5ACBF0"/>
          </p15:clr>
        </p15:guide>
        <p15:guide id="3" pos="9728" userDrawn="1">
          <p15:clr>
            <a:srgbClr val="5ACBF0"/>
          </p15:clr>
        </p15:guide>
        <p15:guide id="5" pos="17910" userDrawn="1">
          <p15:clr>
            <a:srgbClr val="5ACBF0"/>
          </p15:clr>
        </p15:guide>
        <p15:guide id="6" orient="horz" pos="16953" userDrawn="1">
          <p15:clr>
            <a:srgbClr val="5ACBF0"/>
          </p15:clr>
        </p15:guide>
        <p15:guide id="7" orient="horz" pos="17191" userDrawn="1">
          <p15:clr>
            <a:srgbClr val="9FCC3B"/>
          </p15:clr>
        </p15:guide>
        <p15:guide id="8" orient="horz" pos="4626" userDrawn="1">
          <p15:clr>
            <a:srgbClr val="5ACBF0"/>
          </p15:clr>
        </p15:guide>
        <p15:guide id="12" pos="17262" userDrawn="1">
          <p15:clr>
            <a:srgbClr val="5ACBF0"/>
          </p15:clr>
        </p15:guide>
        <p15:guide id="13" orient="horz" pos="1739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Spalten symetri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74F513A-BFF6-4EFC-A7CC-D2427682B21D}"/>
              </a:ext>
            </a:extLst>
          </p:cNvPr>
          <p:cNvSpPr/>
          <p:nvPr userDrawn="1"/>
        </p:nvSpPr>
        <p:spPr>
          <a:xfrm>
            <a:off x="2302691" y="7955338"/>
            <a:ext cx="18491399" cy="883211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DD99A13-DE1F-47DF-8059-993FE5E14983}"/>
              </a:ext>
            </a:extLst>
          </p:cNvPr>
          <p:cNvSpPr/>
          <p:nvPr userDrawn="1"/>
        </p:nvSpPr>
        <p:spPr>
          <a:xfrm>
            <a:off x="21906994" y="8007888"/>
            <a:ext cx="18517954" cy="1892601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F0047BF-762E-4BB1-B361-F9D46755882E}"/>
              </a:ext>
            </a:extLst>
          </p:cNvPr>
          <p:cNvSpPr/>
          <p:nvPr userDrawn="1"/>
        </p:nvSpPr>
        <p:spPr>
          <a:xfrm>
            <a:off x="2389197" y="17265746"/>
            <a:ext cx="18430353" cy="9668157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22421213" y="8323578"/>
            <a:ext cx="17491571" cy="7045447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en-GB"/>
              <a:t>Click icon to add picture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2AFC87E-7431-44FD-9168-BDC05B6B0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41180" y="3275847"/>
            <a:ext cx="38083768" cy="2141462"/>
          </a:xfrm>
          <a:prstGeom prst="rect">
            <a:avLst/>
          </a:prstGeom>
        </p:spPr>
        <p:txBody>
          <a:bodyPr lIns="36000"/>
          <a:lstStyle>
            <a:lvl1pPr>
              <a:defRPr sz="6663"/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5D55E40-9F4B-425A-950A-0B709EDEF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341180" y="5825644"/>
            <a:ext cx="38083768" cy="764369"/>
          </a:xfrm>
          <a:prstGeom prst="rect">
            <a:avLst/>
          </a:prstGeom>
        </p:spPr>
        <p:txBody>
          <a:bodyPr lIns="0"/>
          <a:lstStyle>
            <a:lvl1pPr>
              <a:defRPr sz="4749"/>
            </a:lvl1pPr>
            <a:lvl5pPr marL="5920576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9804F76F-BD43-4A28-ACD0-81A4B2A68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67323" y="6916366"/>
            <a:ext cx="38105050" cy="489443"/>
          </a:xfrm>
          <a:prstGeom prst="rect">
            <a:avLst/>
          </a:prstGeom>
        </p:spPr>
        <p:txBody>
          <a:bodyPr lIns="0" tIns="0" rIns="0"/>
          <a:lstStyle>
            <a:lvl1pPr>
              <a:defRPr sz="3118"/>
            </a:lvl1pPr>
            <a:lvl5pPr marL="5920576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A2B2A0E0-7079-491E-BA67-2AE00A778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54087" y="8007888"/>
            <a:ext cx="18440003" cy="76324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3118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574CB62-D4CD-495C-A2C6-BF9E4D3FBE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432916" y="15369025"/>
            <a:ext cx="17479868" cy="209908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92"/>
            </a:lvl1pPr>
            <a:lvl2pPr>
              <a:defRPr sz="992"/>
            </a:lvl2pPr>
            <a:lvl3pPr>
              <a:defRPr sz="992"/>
            </a:lvl3pPr>
            <a:lvl4pPr>
              <a:defRPr sz="992"/>
            </a:lvl4pPr>
            <a:lvl5pPr>
              <a:defRPr sz="992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B757A85-1537-4D7D-8F21-ABE657BCC716}"/>
              </a:ext>
            </a:extLst>
          </p:cNvPr>
          <p:cNvCxnSpPr>
            <a:cxnSpLocks/>
          </p:cNvCxnSpPr>
          <p:nvPr userDrawn="1"/>
        </p:nvCxnSpPr>
        <p:spPr>
          <a:xfrm>
            <a:off x="2367324" y="27290815"/>
            <a:ext cx="38057624" cy="0"/>
          </a:xfrm>
          <a:prstGeom prst="line">
            <a:avLst/>
          </a:prstGeom>
          <a:ln w="60960" cap="rnd" cmpd="sng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311E130A-9E77-4FC1-9807-0B1C025B0B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1906995" y="27643741"/>
            <a:ext cx="18517955" cy="1492731"/>
          </a:xfrm>
          <a:prstGeom prst="rect">
            <a:avLst/>
          </a:prstGeom>
          <a:ln w="60960">
            <a:solidFill>
              <a:schemeClr val="bg1">
                <a:lumMod val="65000"/>
              </a:schemeClr>
            </a:solidFill>
          </a:ln>
        </p:spPr>
        <p:txBody>
          <a:bodyPr lIns="396000" tIns="432000" rIns="396000" bIns="432000"/>
          <a:lstStyle>
            <a:lvl1pPr>
              <a:defRPr sz="850"/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6C9FA-149F-4DAE-AF20-EF8E17C121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354088" y="8771135"/>
            <a:ext cx="18440002" cy="8016318"/>
          </a:xfrm>
          <a:noFill/>
        </p:spPr>
        <p:txBody>
          <a:bodyPr lIns="396000" tIns="396000" rIns="396000" bIns="540000"/>
          <a:lstStyle>
            <a:lvl1pPr>
              <a:defRPr sz="1772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9370CD26-6711-4F79-98CC-7C1A4D01E5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1932454" y="15788842"/>
            <a:ext cx="18492493" cy="11145061"/>
          </a:xfrm>
        </p:spPr>
        <p:txBody>
          <a:bodyPr lIns="396000" tIns="396000" rIns="396000" bIns="540000"/>
          <a:lstStyle>
            <a:lvl1pPr>
              <a:defRPr sz="1772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3BA6E808-80EA-4335-8446-E8856FB78E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389197" y="17253591"/>
            <a:ext cx="18404892" cy="73851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3118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D2D870DD-C02B-41C5-9BDB-226A0B8E3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389197" y="17994419"/>
            <a:ext cx="18404892" cy="8939484"/>
          </a:xfrm>
          <a:noFill/>
        </p:spPr>
        <p:txBody>
          <a:bodyPr lIns="396000" tIns="396000" rIns="396000" bIns="540000"/>
          <a:lstStyle>
            <a:lvl1pPr>
              <a:defRPr sz="1772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170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58" userDrawn="1">
          <p15:clr>
            <a:srgbClr val="5ACBF0"/>
          </p15:clr>
        </p15:guide>
        <p15:guide id="2" pos="9020" userDrawn="1">
          <p15:clr>
            <a:srgbClr val="5ACBF0"/>
          </p15:clr>
        </p15:guide>
        <p15:guide id="3" pos="9728" userDrawn="1">
          <p15:clr>
            <a:srgbClr val="5ACBF0"/>
          </p15:clr>
        </p15:guide>
        <p15:guide id="5" pos="17910" userDrawn="1">
          <p15:clr>
            <a:srgbClr val="5ACBF0"/>
          </p15:clr>
        </p15:guide>
        <p15:guide id="6" orient="horz" pos="16953" userDrawn="1">
          <p15:clr>
            <a:srgbClr val="5ACBF0"/>
          </p15:clr>
        </p15:guide>
        <p15:guide id="7" orient="horz" pos="17191" userDrawn="1">
          <p15:clr>
            <a:srgbClr val="9FCC3B"/>
          </p15:clr>
        </p15:guide>
        <p15:guide id="8" orient="horz" pos="4626" userDrawn="1">
          <p15:clr>
            <a:srgbClr val="5ACBF0"/>
          </p15:clr>
        </p15:guide>
        <p15:guide id="12" pos="17262" userDrawn="1">
          <p15:clr>
            <a:srgbClr val="5ACBF0"/>
          </p15:clr>
        </p15:guide>
        <p15:guide id="13" orient="horz" pos="1739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74F513A-BFF6-4EFC-A7CC-D2427682B21D}"/>
              </a:ext>
            </a:extLst>
          </p:cNvPr>
          <p:cNvSpPr/>
          <p:nvPr userDrawn="1"/>
        </p:nvSpPr>
        <p:spPr>
          <a:xfrm>
            <a:off x="2302692" y="8007889"/>
            <a:ext cx="12059486" cy="10921026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DD99A13-DE1F-47DF-8059-993FE5E14983}"/>
              </a:ext>
            </a:extLst>
          </p:cNvPr>
          <p:cNvSpPr/>
          <p:nvPr userDrawn="1"/>
        </p:nvSpPr>
        <p:spPr>
          <a:xfrm>
            <a:off x="15398181" y="8007888"/>
            <a:ext cx="12059486" cy="1892601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F0047BF-762E-4BB1-B361-F9D46755882E}"/>
              </a:ext>
            </a:extLst>
          </p:cNvPr>
          <p:cNvSpPr/>
          <p:nvPr userDrawn="1"/>
        </p:nvSpPr>
        <p:spPr>
          <a:xfrm>
            <a:off x="2293520" y="19391289"/>
            <a:ext cx="12059486" cy="754261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AD9447DE-8622-49F9-8BB1-E3327607ED28}"/>
              </a:ext>
            </a:extLst>
          </p:cNvPr>
          <p:cNvSpPr/>
          <p:nvPr userDrawn="1"/>
        </p:nvSpPr>
        <p:spPr>
          <a:xfrm>
            <a:off x="28381500" y="8007889"/>
            <a:ext cx="12059486" cy="6688228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DCA63645-2B1A-4147-AB62-AC8A146358AE}"/>
              </a:ext>
            </a:extLst>
          </p:cNvPr>
          <p:cNvSpPr/>
          <p:nvPr userDrawn="1"/>
        </p:nvSpPr>
        <p:spPr>
          <a:xfrm>
            <a:off x="28412886" y="15107528"/>
            <a:ext cx="12059486" cy="561484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4CD47678-0EDF-471C-8E09-538CA8E8B9AC}"/>
              </a:ext>
            </a:extLst>
          </p:cNvPr>
          <p:cNvSpPr/>
          <p:nvPr userDrawn="1"/>
        </p:nvSpPr>
        <p:spPr>
          <a:xfrm>
            <a:off x="28381500" y="21146079"/>
            <a:ext cx="12059486" cy="578782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56" name="Textplatzhalter 15">
            <a:extLst>
              <a:ext uri="{FF2B5EF4-FFF2-40B4-BE49-F238E27FC236}">
                <a16:creationId xmlns:a16="http://schemas.microsoft.com/office/drawing/2014/main" id="{7E24A74D-83A4-44C1-8E2C-F38884A91C8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8432896" y="21166257"/>
            <a:ext cx="11955403" cy="73851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3118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53" name="Textplatzhalter 15">
            <a:extLst>
              <a:ext uri="{FF2B5EF4-FFF2-40B4-BE49-F238E27FC236}">
                <a16:creationId xmlns:a16="http://schemas.microsoft.com/office/drawing/2014/main" id="{BD6E2D83-891B-4524-BC12-357D2423B1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8464282" y="15127705"/>
            <a:ext cx="11955403" cy="73851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3118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5968369" y="9204801"/>
            <a:ext cx="10977166" cy="11049781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2AFC87E-7431-44FD-9168-BDC05B6B0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41180" y="3275847"/>
            <a:ext cx="38083768" cy="2141462"/>
          </a:xfrm>
          <a:prstGeom prst="rect">
            <a:avLst/>
          </a:prstGeom>
        </p:spPr>
        <p:txBody>
          <a:bodyPr lIns="36000"/>
          <a:lstStyle>
            <a:lvl1pPr>
              <a:defRPr sz="6663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5D55E40-9F4B-425A-950A-0B709EDEF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341180" y="5825644"/>
            <a:ext cx="38083768" cy="764369"/>
          </a:xfrm>
          <a:prstGeom prst="rect">
            <a:avLst/>
          </a:prstGeom>
        </p:spPr>
        <p:txBody>
          <a:bodyPr lIns="0"/>
          <a:lstStyle>
            <a:lvl1pPr>
              <a:defRPr sz="4749">
                <a:solidFill>
                  <a:schemeClr val="bg1"/>
                </a:solidFill>
              </a:defRPr>
            </a:lvl1pPr>
            <a:lvl5pPr marL="5920576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9804F76F-BD43-4A28-ACD0-81A4B2A68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67323" y="6916366"/>
            <a:ext cx="38105050" cy="489443"/>
          </a:xfrm>
          <a:prstGeom prst="rect">
            <a:avLst/>
          </a:prstGeom>
        </p:spPr>
        <p:txBody>
          <a:bodyPr lIns="0" tIns="0" rIns="0"/>
          <a:lstStyle>
            <a:lvl1pPr>
              <a:defRPr sz="3118">
                <a:solidFill>
                  <a:schemeClr val="bg1"/>
                </a:solidFill>
              </a:defRPr>
            </a:lvl1pPr>
            <a:lvl5pPr marL="5920576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A2B2A0E0-7079-491E-BA67-2AE00A778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54088" y="8032618"/>
            <a:ext cx="11955403" cy="73851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3118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574CB62-D4CD-495C-A2C6-BF9E4D3FBE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5968475" y="20271065"/>
            <a:ext cx="10977060" cy="198286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92">
                <a:solidFill>
                  <a:schemeClr val="tx1"/>
                </a:solidFill>
              </a:defRPr>
            </a:lvl1pPr>
            <a:lvl2pPr>
              <a:defRPr sz="992"/>
            </a:lvl2pPr>
            <a:lvl3pPr>
              <a:defRPr sz="992"/>
            </a:lvl3pPr>
            <a:lvl4pPr>
              <a:defRPr sz="992"/>
            </a:lvl4pPr>
            <a:lvl5pPr>
              <a:defRPr sz="992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E4E63A18-BA91-4B51-B292-12EC384357F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854802" y="26333070"/>
            <a:ext cx="11040500" cy="224814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92">
                <a:solidFill>
                  <a:schemeClr val="tx1"/>
                </a:solidFill>
              </a:defRPr>
            </a:lvl1pPr>
            <a:lvl2pPr>
              <a:defRPr sz="992"/>
            </a:lvl2pPr>
            <a:lvl3pPr>
              <a:defRPr sz="992"/>
            </a:lvl3pPr>
            <a:lvl4pPr>
              <a:defRPr sz="992"/>
            </a:lvl4pPr>
            <a:lvl5pPr>
              <a:defRPr sz="992"/>
            </a:lvl5pPr>
          </a:lstStyle>
          <a:p>
            <a:pPr lvl="0"/>
            <a:r>
              <a:rPr lang="de-DE" dirty="0"/>
              <a:t>Bildunterschrift, Autor, etc.</a:t>
            </a:r>
            <a:endParaRPr lang="en-US" dirty="0"/>
          </a:p>
        </p:txBody>
      </p:sp>
      <p:sp>
        <p:nvSpPr>
          <p:cNvPr id="52" name="Bildplatzhalter 51">
            <a:extLst>
              <a:ext uri="{FF2B5EF4-FFF2-40B4-BE49-F238E27FC236}">
                <a16:creationId xmlns:a16="http://schemas.microsoft.com/office/drawing/2014/main" id="{082CFC5F-B249-46A2-BC0B-ACDBA3E17D5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854802" y="22735481"/>
            <a:ext cx="11024193" cy="35767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B757A85-1537-4D7D-8F21-ABE657BCC716}"/>
              </a:ext>
            </a:extLst>
          </p:cNvPr>
          <p:cNvCxnSpPr>
            <a:cxnSpLocks/>
          </p:cNvCxnSpPr>
          <p:nvPr userDrawn="1"/>
        </p:nvCxnSpPr>
        <p:spPr>
          <a:xfrm>
            <a:off x="2367324" y="27290815"/>
            <a:ext cx="38057624" cy="0"/>
          </a:xfrm>
          <a:prstGeom prst="line">
            <a:avLst/>
          </a:prstGeom>
          <a:ln w="60960" cap="rnd" cmpd="sng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311E130A-9E77-4FC1-9807-0B1C025B0B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1906995" y="27643741"/>
            <a:ext cx="18517955" cy="1492731"/>
          </a:xfrm>
          <a:prstGeom prst="rect">
            <a:avLst/>
          </a:prstGeom>
          <a:solidFill>
            <a:schemeClr val="bg1"/>
          </a:solidFill>
          <a:ln w="60960">
            <a:noFill/>
          </a:ln>
        </p:spPr>
        <p:txBody>
          <a:bodyPr lIns="396000" tIns="432000" rIns="396000" bIns="432000"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6C9FA-149F-4DAE-AF20-EF8E17C121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354088" y="8771134"/>
            <a:ext cx="11955403" cy="10131261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1772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9370CD26-6711-4F79-98CC-7C1A4D01E5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5446178" y="20628969"/>
            <a:ext cx="11955403" cy="6279628"/>
          </a:xfrm>
        </p:spPr>
        <p:txBody>
          <a:bodyPr lIns="396000" tIns="396000" rIns="396000" bIns="540000"/>
          <a:lstStyle>
            <a:lvl1pPr>
              <a:defRPr sz="1772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9" name="Textplatzhalter 2">
            <a:extLst>
              <a:ext uri="{FF2B5EF4-FFF2-40B4-BE49-F238E27FC236}">
                <a16:creationId xmlns:a16="http://schemas.microsoft.com/office/drawing/2014/main" id="{B58B67C4-7003-45C2-8808-A0663CE5168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8451986" y="15869683"/>
            <a:ext cx="11972962" cy="4827292"/>
          </a:xfrm>
        </p:spPr>
        <p:txBody>
          <a:bodyPr lIns="396000" tIns="396000" rIns="396000" bIns="540000"/>
          <a:lstStyle>
            <a:lvl1pPr>
              <a:defRPr sz="1772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0" name="Textplatzhalter 2">
            <a:extLst>
              <a:ext uri="{FF2B5EF4-FFF2-40B4-BE49-F238E27FC236}">
                <a16:creationId xmlns:a16="http://schemas.microsoft.com/office/drawing/2014/main" id="{FE3A7EEB-9354-490A-95BE-BFC8267441F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8451984" y="8783305"/>
            <a:ext cx="11917257" cy="5884148"/>
          </a:xfrm>
        </p:spPr>
        <p:txBody>
          <a:bodyPr lIns="396000" tIns="396000" rIns="396000" bIns="540000"/>
          <a:lstStyle>
            <a:lvl1pPr>
              <a:defRPr sz="1772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1" name="Textplatzhalter 2">
            <a:extLst>
              <a:ext uri="{FF2B5EF4-FFF2-40B4-BE49-F238E27FC236}">
                <a16:creationId xmlns:a16="http://schemas.microsoft.com/office/drawing/2014/main" id="{2CE8C4F2-27C1-4658-9623-DD7687670D7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8440742" y="21902543"/>
            <a:ext cx="11938589" cy="5009427"/>
          </a:xfrm>
        </p:spPr>
        <p:txBody>
          <a:bodyPr lIns="396000" tIns="396000" rIns="396000" bIns="540000"/>
          <a:lstStyle>
            <a:lvl1pPr>
              <a:defRPr sz="1772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3BA6E808-80EA-4335-8446-E8856FB78E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344916" y="19416018"/>
            <a:ext cx="11955403" cy="73851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3118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D2D870DD-C02B-41C5-9BDB-226A0B8E3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344916" y="20154534"/>
            <a:ext cx="11955403" cy="2560154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1772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43" name="Textplatzhalter 15">
            <a:extLst>
              <a:ext uri="{FF2B5EF4-FFF2-40B4-BE49-F238E27FC236}">
                <a16:creationId xmlns:a16="http://schemas.microsoft.com/office/drawing/2014/main" id="{3BC5CCE8-DC54-48F2-B9A7-A06484DBD52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5449578" y="8032618"/>
            <a:ext cx="11955403" cy="73851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3118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49" name="Textplatzhalter 15">
            <a:extLst>
              <a:ext uri="{FF2B5EF4-FFF2-40B4-BE49-F238E27FC236}">
                <a16:creationId xmlns:a16="http://schemas.microsoft.com/office/drawing/2014/main" id="{33F9BD31-F856-4F0F-BFB8-6EE0C1C1539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8432896" y="8032618"/>
            <a:ext cx="11955403" cy="73851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3118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48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58" userDrawn="1">
          <p15:clr>
            <a:srgbClr val="5ACBF0"/>
          </p15:clr>
        </p15:guide>
        <p15:guide id="2" pos="9020" userDrawn="1">
          <p15:clr>
            <a:srgbClr val="5ACBF0"/>
          </p15:clr>
        </p15:guide>
        <p15:guide id="3" pos="9728" userDrawn="1">
          <p15:clr>
            <a:srgbClr val="5ACBF0"/>
          </p15:clr>
        </p15:guide>
        <p15:guide id="5" pos="17910" userDrawn="1">
          <p15:clr>
            <a:srgbClr val="5ACBF0"/>
          </p15:clr>
        </p15:guide>
        <p15:guide id="6" orient="horz" pos="16953" userDrawn="1">
          <p15:clr>
            <a:srgbClr val="5ACBF0"/>
          </p15:clr>
        </p15:guide>
        <p15:guide id="7" orient="horz" pos="17191" userDrawn="1">
          <p15:clr>
            <a:srgbClr val="9FCC3B"/>
          </p15:clr>
        </p15:guide>
        <p15:guide id="8" orient="horz" pos="4626" userDrawn="1">
          <p15:clr>
            <a:srgbClr val="5ACBF0"/>
          </p15:clr>
        </p15:guide>
        <p15:guide id="12" pos="17262" userDrawn="1">
          <p15:clr>
            <a:srgbClr val="5ACBF0"/>
          </p15:clr>
        </p15:guide>
        <p15:guide id="13" orient="horz" pos="1739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Spalten asymetri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74F513A-BFF6-4EFC-A7CC-D2427682B21D}"/>
              </a:ext>
            </a:extLst>
          </p:cNvPr>
          <p:cNvSpPr/>
          <p:nvPr userDrawn="1"/>
        </p:nvSpPr>
        <p:spPr>
          <a:xfrm>
            <a:off x="2302692" y="8007889"/>
            <a:ext cx="12059486" cy="10921026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DD99A13-DE1F-47DF-8059-993FE5E14983}"/>
              </a:ext>
            </a:extLst>
          </p:cNvPr>
          <p:cNvSpPr/>
          <p:nvPr userDrawn="1"/>
        </p:nvSpPr>
        <p:spPr>
          <a:xfrm>
            <a:off x="15398181" y="8007888"/>
            <a:ext cx="25026767" cy="1892601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F0047BF-762E-4BB1-B361-F9D46755882E}"/>
              </a:ext>
            </a:extLst>
          </p:cNvPr>
          <p:cNvSpPr/>
          <p:nvPr userDrawn="1"/>
        </p:nvSpPr>
        <p:spPr>
          <a:xfrm>
            <a:off x="2293520" y="19391289"/>
            <a:ext cx="12059486" cy="754261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5968369" y="9204801"/>
            <a:ext cx="23944415" cy="7030396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2AFC87E-7431-44FD-9168-BDC05B6B0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41180" y="3275847"/>
            <a:ext cx="38083768" cy="2141462"/>
          </a:xfrm>
          <a:prstGeom prst="rect">
            <a:avLst/>
          </a:prstGeom>
        </p:spPr>
        <p:txBody>
          <a:bodyPr lIns="36000"/>
          <a:lstStyle>
            <a:lvl1pPr>
              <a:defRPr sz="6663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5D55E40-9F4B-425A-950A-0B709EDEF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341180" y="5825644"/>
            <a:ext cx="38083768" cy="764369"/>
          </a:xfrm>
          <a:prstGeom prst="rect">
            <a:avLst/>
          </a:prstGeom>
        </p:spPr>
        <p:txBody>
          <a:bodyPr lIns="0"/>
          <a:lstStyle>
            <a:lvl1pPr>
              <a:defRPr sz="4749">
                <a:solidFill>
                  <a:schemeClr val="bg1"/>
                </a:solidFill>
              </a:defRPr>
            </a:lvl1pPr>
            <a:lvl5pPr marL="5920576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9804F76F-BD43-4A28-ACD0-81A4B2A68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67323" y="6916366"/>
            <a:ext cx="38105050" cy="489443"/>
          </a:xfrm>
          <a:prstGeom prst="rect">
            <a:avLst/>
          </a:prstGeom>
        </p:spPr>
        <p:txBody>
          <a:bodyPr lIns="0" tIns="0" rIns="0"/>
          <a:lstStyle>
            <a:lvl1pPr>
              <a:defRPr sz="3118">
                <a:solidFill>
                  <a:schemeClr val="bg1"/>
                </a:solidFill>
              </a:defRPr>
            </a:lvl1pPr>
            <a:lvl5pPr marL="5920576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A2B2A0E0-7079-491E-BA67-2AE00A778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54088" y="8032618"/>
            <a:ext cx="11955403" cy="73851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3118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574CB62-D4CD-495C-A2C6-BF9E4D3FBE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5968473" y="16235197"/>
            <a:ext cx="23944311" cy="223223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92">
                <a:solidFill>
                  <a:schemeClr val="tx1"/>
                </a:solidFill>
              </a:defRPr>
            </a:lvl1pPr>
            <a:lvl2pPr>
              <a:defRPr sz="992"/>
            </a:lvl2pPr>
            <a:lvl3pPr>
              <a:defRPr sz="992"/>
            </a:lvl3pPr>
            <a:lvl4pPr>
              <a:defRPr sz="992"/>
            </a:lvl4pPr>
            <a:lvl5pPr>
              <a:defRPr sz="992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E4E63A18-BA91-4B51-B292-12EC384357F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854802" y="26333070"/>
            <a:ext cx="11040500" cy="224814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92">
                <a:solidFill>
                  <a:schemeClr val="tx1"/>
                </a:solidFill>
              </a:defRPr>
            </a:lvl1pPr>
            <a:lvl2pPr>
              <a:defRPr sz="992"/>
            </a:lvl2pPr>
            <a:lvl3pPr>
              <a:defRPr sz="992"/>
            </a:lvl3pPr>
            <a:lvl4pPr>
              <a:defRPr sz="992"/>
            </a:lvl4pPr>
            <a:lvl5pPr>
              <a:defRPr sz="992"/>
            </a:lvl5pPr>
          </a:lstStyle>
          <a:p>
            <a:pPr lvl="0"/>
            <a:r>
              <a:rPr lang="de-DE" dirty="0"/>
              <a:t>Bildunterschrift, Autor, etc.</a:t>
            </a:r>
            <a:endParaRPr lang="en-US" dirty="0"/>
          </a:p>
        </p:txBody>
      </p:sp>
      <p:sp>
        <p:nvSpPr>
          <p:cNvPr id="52" name="Bildplatzhalter 51">
            <a:extLst>
              <a:ext uri="{FF2B5EF4-FFF2-40B4-BE49-F238E27FC236}">
                <a16:creationId xmlns:a16="http://schemas.microsoft.com/office/drawing/2014/main" id="{082CFC5F-B249-46A2-BC0B-ACDBA3E17D5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854802" y="22735481"/>
            <a:ext cx="11024193" cy="35767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B757A85-1537-4D7D-8F21-ABE657BCC716}"/>
              </a:ext>
            </a:extLst>
          </p:cNvPr>
          <p:cNvCxnSpPr>
            <a:cxnSpLocks/>
          </p:cNvCxnSpPr>
          <p:nvPr userDrawn="1"/>
        </p:nvCxnSpPr>
        <p:spPr>
          <a:xfrm>
            <a:off x="2367324" y="27290815"/>
            <a:ext cx="38057624" cy="0"/>
          </a:xfrm>
          <a:prstGeom prst="line">
            <a:avLst/>
          </a:prstGeom>
          <a:ln w="60960" cap="rnd" cmpd="sng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311E130A-9E77-4FC1-9807-0B1C025B0B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1906995" y="27643741"/>
            <a:ext cx="18517955" cy="1492731"/>
          </a:xfrm>
          <a:prstGeom prst="rect">
            <a:avLst/>
          </a:prstGeom>
          <a:solidFill>
            <a:schemeClr val="bg1"/>
          </a:solidFill>
          <a:ln w="60960">
            <a:noFill/>
          </a:ln>
        </p:spPr>
        <p:txBody>
          <a:bodyPr lIns="396000" tIns="432000" rIns="396000" bIns="432000"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6C9FA-149F-4DAE-AF20-EF8E17C121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354088" y="8771134"/>
            <a:ext cx="11955403" cy="10131261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1772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9370CD26-6711-4F79-98CC-7C1A4D01E5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5446178" y="16481529"/>
            <a:ext cx="25026192" cy="10427069"/>
          </a:xfrm>
        </p:spPr>
        <p:txBody>
          <a:bodyPr lIns="396000" tIns="396000" rIns="396000" bIns="540000" numCol="2" spcCol="180000"/>
          <a:lstStyle>
            <a:lvl1pPr>
              <a:defRPr sz="1772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3BA6E808-80EA-4335-8446-E8856FB78E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344916" y="19416018"/>
            <a:ext cx="11955403" cy="73851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3118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D2D870DD-C02B-41C5-9BDB-226A0B8E3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344916" y="20154534"/>
            <a:ext cx="11955403" cy="2560154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1772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43" name="Textplatzhalter 15">
            <a:extLst>
              <a:ext uri="{FF2B5EF4-FFF2-40B4-BE49-F238E27FC236}">
                <a16:creationId xmlns:a16="http://schemas.microsoft.com/office/drawing/2014/main" id="{3BC5CCE8-DC54-48F2-B9A7-A06484DBD52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5449577" y="8032618"/>
            <a:ext cx="24975370" cy="815270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3118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445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58" userDrawn="1">
          <p15:clr>
            <a:srgbClr val="5ACBF0"/>
          </p15:clr>
        </p15:guide>
        <p15:guide id="2" pos="9020" userDrawn="1">
          <p15:clr>
            <a:srgbClr val="5ACBF0"/>
          </p15:clr>
        </p15:guide>
        <p15:guide id="3" pos="9728" userDrawn="1">
          <p15:clr>
            <a:srgbClr val="5ACBF0"/>
          </p15:clr>
        </p15:guide>
        <p15:guide id="5" pos="17910" userDrawn="1">
          <p15:clr>
            <a:srgbClr val="5ACBF0"/>
          </p15:clr>
        </p15:guide>
        <p15:guide id="6" orient="horz" pos="16953" userDrawn="1">
          <p15:clr>
            <a:srgbClr val="5ACBF0"/>
          </p15:clr>
        </p15:guide>
        <p15:guide id="7" orient="horz" pos="17191" userDrawn="1">
          <p15:clr>
            <a:srgbClr val="9FCC3B"/>
          </p15:clr>
        </p15:guide>
        <p15:guide id="8" orient="horz" pos="4626" userDrawn="1">
          <p15:clr>
            <a:srgbClr val="5ACBF0"/>
          </p15:clr>
        </p15:guide>
        <p15:guide id="12" pos="17262" userDrawn="1">
          <p15:clr>
            <a:srgbClr val="5ACBF0"/>
          </p15:clr>
        </p15:guide>
        <p15:guide id="13" orient="horz" pos="1739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Spalten symetri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774F513A-BFF6-4EFC-A7CC-D2427682B21D}"/>
              </a:ext>
            </a:extLst>
          </p:cNvPr>
          <p:cNvSpPr/>
          <p:nvPr userDrawn="1"/>
        </p:nvSpPr>
        <p:spPr>
          <a:xfrm>
            <a:off x="2302691" y="7955338"/>
            <a:ext cx="18491399" cy="883211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DDD99A13-DE1F-47DF-8059-993FE5E14983}"/>
              </a:ext>
            </a:extLst>
          </p:cNvPr>
          <p:cNvSpPr/>
          <p:nvPr userDrawn="1"/>
        </p:nvSpPr>
        <p:spPr>
          <a:xfrm>
            <a:off x="21906994" y="8007888"/>
            <a:ext cx="18517954" cy="1892601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F0047BF-762E-4BB1-B361-F9D46755882E}"/>
              </a:ext>
            </a:extLst>
          </p:cNvPr>
          <p:cNvSpPr/>
          <p:nvPr userDrawn="1"/>
        </p:nvSpPr>
        <p:spPr>
          <a:xfrm>
            <a:off x="2389197" y="17265746"/>
            <a:ext cx="18430353" cy="9668157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5806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22421213" y="8323578"/>
            <a:ext cx="17491571" cy="7045447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de-DE" dirty="0"/>
              <a:t>Bild durch Klicken auf Symbol hinzufügen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2AFC87E-7431-44FD-9168-BDC05B6B04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41180" y="3275847"/>
            <a:ext cx="38083768" cy="2141462"/>
          </a:xfrm>
          <a:prstGeom prst="rect">
            <a:avLst/>
          </a:prstGeom>
        </p:spPr>
        <p:txBody>
          <a:bodyPr lIns="36000"/>
          <a:lstStyle>
            <a:lvl1pPr>
              <a:defRPr sz="6663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5D55E40-9F4B-425A-950A-0B709EDEFA0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341180" y="5825644"/>
            <a:ext cx="38083768" cy="764369"/>
          </a:xfrm>
          <a:prstGeom prst="rect">
            <a:avLst/>
          </a:prstGeom>
        </p:spPr>
        <p:txBody>
          <a:bodyPr lIns="0"/>
          <a:lstStyle>
            <a:lvl1pPr>
              <a:defRPr sz="4749">
                <a:solidFill>
                  <a:schemeClr val="bg1"/>
                </a:solidFill>
              </a:defRPr>
            </a:lvl1pPr>
            <a:lvl5pPr marL="5920576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9804F76F-BD43-4A28-ACD0-81A4B2A686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67323" y="6916366"/>
            <a:ext cx="38105050" cy="489443"/>
          </a:xfrm>
          <a:prstGeom prst="rect">
            <a:avLst/>
          </a:prstGeom>
        </p:spPr>
        <p:txBody>
          <a:bodyPr lIns="0" tIns="0" rIns="0"/>
          <a:lstStyle>
            <a:lvl1pPr>
              <a:defRPr sz="3118">
                <a:solidFill>
                  <a:schemeClr val="bg1"/>
                </a:solidFill>
              </a:defRPr>
            </a:lvl1pPr>
            <a:lvl5pPr marL="5920576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A2B2A0E0-7079-491E-BA67-2AE00A778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54087" y="8007888"/>
            <a:ext cx="18440003" cy="76324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3118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4574CB62-D4CD-495C-A2C6-BF9E4D3FBE1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432916" y="15369025"/>
            <a:ext cx="17479868" cy="209908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92">
                <a:solidFill>
                  <a:schemeClr val="tx1"/>
                </a:solidFill>
              </a:defRPr>
            </a:lvl1pPr>
            <a:lvl2pPr>
              <a:defRPr sz="992"/>
            </a:lvl2pPr>
            <a:lvl3pPr>
              <a:defRPr sz="992"/>
            </a:lvl3pPr>
            <a:lvl4pPr>
              <a:defRPr sz="992"/>
            </a:lvl4pPr>
            <a:lvl5pPr>
              <a:defRPr sz="992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B757A85-1537-4D7D-8F21-ABE657BCC716}"/>
              </a:ext>
            </a:extLst>
          </p:cNvPr>
          <p:cNvCxnSpPr>
            <a:cxnSpLocks/>
          </p:cNvCxnSpPr>
          <p:nvPr userDrawn="1"/>
        </p:nvCxnSpPr>
        <p:spPr>
          <a:xfrm>
            <a:off x="2367324" y="27290815"/>
            <a:ext cx="38057624" cy="0"/>
          </a:xfrm>
          <a:prstGeom prst="line">
            <a:avLst/>
          </a:prstGeom>
          <a:ln w="60960" cap="rnd" cmpd="sng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311E130A-9E77-4FC1-9807-0B1C025B0B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1906995" y="27643741"/>
            <a:ext cx="18517955" cy="1492731"/>
          </a:xfrm>
          <a:prstGeom prst="rect">
            <a:avLst/>
          </a:prstGeom>
          <a:solidFill>
            <a:schemeClr val="bg1"/>
          </a:solidFill>
          <a:ln w="60960">
            <a:noFill/>
          </a:ln>
        </p:spPr>
        <p:txBody>
          <a:bodyPr lIns="396000" tIns="432000" rIns="396000" bIns="432000"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/>
            </a:lvl2pPr>
            <a:lvl3pPr>
              <a:defRPr sz="850"/>
            </a:lvl3pPr>
            <a:lvl4pPr>
              <a:defRPr sz="850"/>
            </a:lvl4pPr>
            <a:lvl5pPr>
              <a:defRPr sz="850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6C9FA-149F-4DAE-AF20-EF8E17C1211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354088" y="8771135"/>
            <a:ext cx="18440002" cy="8016318"/>
          </a:xfrm>
          <a:noFill/>
        </p:spPr>
        <p:txBody>
          <a:bodyPr lIns="396000" tIns="396000" rIns="396000" bIns="540000"/>
          <a:lstStyle>
            <a:lvl1pPr>
              <a:defRPr sz="1772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9370CD26-6711-4F79-98CC-7C1A4D01E5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1932454" y="15788842"/>
            <a:ext cx="18492493" cy="11145061"/>
          </a:xfrm>
        </p:spPr>
        <p:txBody>
          <a:bodyPr lIns="396000" tIns="396000" rIns="396000" bIns="540000"/>
          <a:lstStyle>
            <a:lvl1pPr>
              <a:defRPr sz="1772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>
            <a:extLst>
              <a:ext uri="{FF2B5EF4-FFF2-40B4-BE49-F238E27FC236}">
                <a16:creationId xmlns:a16="http://schemas.microsoft.com/office/drawing/2014/main" id="{3BA6E808-80EA-4335-8446-E8856FB78EA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389197" y="17253591"/>
            <a:ext cx="18404892" cy="738516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3118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>
            <a:extLst>
              <a:ext uri="{FF2B5EF4-FFF2-40B4-BE49-F238E27FC236}">
                <a16:creationId xmlns:a16="http://schemas.microsoft.com/office/drawing/2014/main" id="{D2D870DD-C02B-41C5-9BDB-226A0B8E33F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389197" y="17994419"/>
            <a:ext cx="18404892" cy="8939484"/>
          </a:xfrm>
          <a:noFill/>
        </p:spPr>
        <p:txBody>
          <a:bodyPr lIns="396000" tIns="396000" rIns="396000" bIns="540000"/>
          <a:lstStyle>
            <a:lvl1pPr>
              <a:defRPr sz="1772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877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58" userDrawn="1">
          <p15:clr>
            <a:srgbClr val="5ACBF0"/>
          </p15:clr>
        </p15:guide>
        <p15:guide id="2" pos="9020" userDrawn="1">
          <p15:clr>
            <a:srgbClr val="5ACBF0"/>
          </p15:clr>
        </p15:guide>
        <p15:guide id="3" pos="9728" userDrawn="1">
          <p15:clr>
            <a:srgbClr val="5ACBF0"/>
          </p15:clr>
        </p15:guide>
        <p15:guide id="5" pos="17910" userDrawn="1">
          <p15:clr>
            <a:srgbClr val="5ACBF0"/>
          </p15:clr>
        </p15:guide>
        <p15:guide id="6" orient="horz" pos="16953" userDrawn="1">
          <p15:clr>
            <a:srgbClr val="5ACBF0"/>
          </p15:clr>
        </p15:guide>
        <p15:guide id="7" orient="horz" pos="17191" userDrawn="1">
          <p15:clr>
            <a:srgbClr val="9FCC3B"/>
          </p15:clr>
        </p15:guide>
        <p15:guide id="8" orient="horz" pos="4626" userDrawn="1">
          <p15:clr>
            <a:srgbClr val="5ACBF0"/>
          </p15:clr>
        </p15:guide>
        <p15:guide id="12" pos="17262" userDrawn="1">
          <p15:clr>
            <a:srgbClr val="5ACBF0"/>
          </p15:clr>
        </p15:guide>
        <p15:guide id="13" orient="horz" pos="1739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emf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5740" y="1172575"/>
            <a:ext cx="4441450" cy="1172575"/>
          </a:xfrm>
          <a:prstGeom prst="rect">
            <a:avLst/>
          </a:prstGeom>
        </p:spPr>
      </p:pic>
      <p:sp>
        <p:nvSpPr>
          <p:cNvPr id="17" name="Titelplatzhalter 1">
            <a:extLst>
              <a:ext uri="{FF2B5EF4-FFF2-40B4-BE49-F238E27FC236}">
                <a16:creationId xmlns:a16="http://schemas.microsoft.com/office/drawing/2014/main" id="{B59DA73A-4B0C-4569-BCA8-855153F424CA}"/>
              </a:ext>
            </a:extLst>
          </p:cNvPr>
          <p:cNvSpPr txBox="1">
            <a:spLocks/>
          </p:cNvSpPr>
          <p:nvPr userDrawn="1"/>
        </p:nvSpPr>
        <p:spPr>
          <a:xfrm>
            <a:off x="2305346" y="1989364"/>
            <a:ext cx="31326027" cy="44596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pPr marL="0" marR="0" lvl="0" indent="0" algn="l" defTabSz="2960288" rtl="0" eaLnBrk="1" fontAlgn="auto" latinLnBrk="0" hangingPunct="1">
              <a:lnSpc>
                <a:spcPts val="3544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083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/>
                <a:ea typeface="+mj-ea"/>
                <a:cs typeface="Arial" pitchFamily="34" charset="0"/>
              </a:rPr>
              <a:t>Technische Universität München</a:t>
            </a:r>
            <a:endParaRPr kumimoji="0" lang="de-DE" sz="3083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23" name="Fußzeilenplatzhalter 4">
            <a:extLst>
              <a:ext uri="{FF2B5EF4-FFF2-40B4-BE49-F238E27FC236}">
                <a16:creationId xmlns:a16="http://schemas.microsoft.com/office/drawing/2014/main" id="{6020E99E-2EB0-4511-AE50-6105E7451F0A}"/>
              </a:ext>
            </a:extLst>
          </p:cNvPr>
          <p:cNvSpPr txBox="1">
            <a:spLocks/>
          </p:cNvSpPr>
          <p:nvPr userDrawn="1"/>
        </p:nvSpPr>
        <p:spPr>
          <a:xfrm>
            <a:off x="2369060" y="27641593"/>
            <a:ext cx="18532925" cy="1495283"/>
          </a:xfrm>
          <a:prstGeom prst="rect">
            <a:avLst/>
          </a:prstGeom>
          <a:ln w="60960">
            <a:solidFill>
              <a:schemeClr val="bg1">
                <a:lumMod val="65000"/>
              </a:schemeClr>
            </a:solidFill>
          </a:ln>
        </p:spPr>
        <p:txBody>
          <a:bodyPr lIns="280692" tIns="306210" rIns="280692" bIns="306210"/>
          <a:lstStyle>
            <a:defPPr>
              <a:defRPr lang="de-DE"/>
            </a:defPPr>
            <a:lvl1pPr marL="0" algn="l" defTabSz="4176431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88215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76431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64646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52861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41076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29292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17507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705722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50" dirty="0"/>
              <a:t>Technische Universität München</a:t>
            </a:r>
          </a:p>
          <a:p>
            <a:r>
              <a:rPr lang="de-DE" sz="850" b="0" dirty="0"/>
              <a:t>TUM School </a:t>
            </a:r>
            <a:r>
              <a:rPr lang="de-DE" sz="850" b="0" dirty="0" err="1"/>
              <a:t>of</a:t>
            </a:r>
            <a:r>
              <a:rPr lang="de-DE" sz="850" b="0" dirty="0"/>
              <a:t> Mustertechnik</a:t>
            </a:r>
          </a:p>
          <a:p>
            <a:r>
              <a:rPr lang="de-DE" sz="850" b="0" dirty="0"/>
              <a:t>Lehrstuhl für Musterverfahren</a:t>
            </a:r>
          </a:p>
          <a:p>
            <a:endParaRPr lang="de-DE" sz="85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700D273-0B1F-4868-A86A-9B938192B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05347" y="7405809"/>
            <a:ext cx="36923867" cy="192328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4" r:id="rId3"/>
    <p:sldLayoutId id="2147483656" r:id="rId4"/>
  </p:sldLayoutIdLst>
  <p:hf sldNum="0" hdr="0" dt="0"/>
  <p:txStyles>
    <p:titleStyle>
      <a:lvl1pPr algn="l" defTabSz="2960288" rtl="0" eaLnBrk="1" latinLnBrk="0" hangingPunct="1">
        <a:spcBef>
          <a:spcPct val="0"/>
        </a:spcBef>
        <a:buNone/>
        <a:defRPr lang="de-DE" sz="6663" kern="1200" baseline="0" smtClean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0" indent="0" algn="l" defTabSz="2960288" rtl="0" eaLnBrk="1" latinLnBrk="0" hangingPunct="1">
        <a:spcBef>
          <a:spcPct val="20000"/>
        </a:spcBef>
        <a:buFont typeface="Arial" pitchFamily="34" charset="0"/>
        <a:buNone/>
        <a:defRPr sz="3827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2405234" indent="-925090" algn="l" defTabSz="2960288" rtl="0" eaLnBrk="1" latinLnBrk="0" hangingPunct="1">
        <a:spcBef>
          <a:spcPct val="20000"/>
        </a:spcBef>
        <a:buFont typeface="Arial" pitchFamily="34" charset="0"/>
        <a:buChar char="–"/>
        <a:defRPr sz="3827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3700360" indent="-740072" algn="l" defTabSz="2960288" rtl="0" eaLnBrk="1" latinLnBrk="0" hangingPunct="1">
        <a:spcBef>
          <a:spcPct val="20000"/>
        </a:spcBef>
        <a:buFont typeface="Arial" pitchFamily="34" charset="0"/>
        <a:buChar char="•"/>
        <a:defRPr sz="3827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5180504" indent="-740072" algn="l" defTabSz="2960288" rtl="0" eaLnBrk="1" latinLnBrk="0" hangingPunct="1">
        <a:spcBef>
          <a:spcPct val="20000"/>
        </a:spcBef>
        <a:buFont typeface="Arial" pitchFamily="34" charset="0"/>
        <a:buChar char="–"/>
        <a:defRPr sz="3827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6660648" indent="-740072" algn="l" defTabSz="2960288" rtl="0" eaLnBrk="1" latinLnBrk="0" hangingPunct="1">
        <a:spcBef>
          <a:spcPct val="20000"/>
        </a:spcBef>
        <a:buFont typeface="Arial" pitchFamily="34" charset="0"/>
        <a:buChar char="»"/>
        <a:defRPr sz="3827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8140791" indent="-740072" algn="l" defTabSz="2960288" rtl="0" eaLnBrk="1" latinLnBrk="0" hangingPunct="1">
        <a:spcBef>
          <a:spcPct val="20000"/>
        </a:spcBef>
        <a:buFont typeface="Arial" pitchFamily="34" charset="0"/>
        <a:buChar char="•"/>
        <a:defRPr sz="6450" kern="1200">
          <a:solidFill>
            <a:schemeClr val="tx1"/>
          </a:solidFill>
          <a:latin typeface="+mn-lt"/>
          <a:ea typeface="+mn-ea"/>
          <a:cs typeface="+mn-cs"/>
        </a:defRPr>
      </a:lvl6pPr>
      <a:lvl7pPr marL="9620935" indent="-740072" algn="l" defTabSz="2960288" rtl="0" eaLnBrk="1" latinLnBrk="0" hangingPunct="1">
        <a:spcBef>
          <a:spcPct val="20000"/>
        </a:spcBef>
        <a:buFont typeface="Arial" pitchFamily="34" charset="0"/>
        <a:buChar char="•"/>
        <a:defRPr sz="6450" kern="1200">
          <a:solidFill>
            <a:schemeClr val="tx1"/>
          </a:solidFill>
          <a:latin typeface="+mn-lt"/>
          <a:ea typeface="+mn-ea"/>
          <a:cs typeface="+mn-cs"/>
        </a:defRPr>
      </a:lvl7pPr>
      <a:lvl8pPr marL="11101080" indent="-740072" algn="l" defTabSz="2960288" rtl="0" eaLnBrk="1" latinLnBrk="0" hangingPunct="1">
        <a:spcBef>
          <a:spcPct val="20000"/>
        </a:spcBef>
        <a:buFont typeface="Arial" pitchFamily="34" charset="0"/>
        <a:buChar char="•"/>
        <a:defRPr sz="6450" kern="1200">
          <a:solidFill>
            <a:schemeClr val="tx1"/>
          </a:solidFill>
          <a:latin typeface="+mn-lt"/>
          <a:ea typeface="+mn-ea"/>
          <a:cs typeface="+mn-cs"/>
        </a:defRPr>
      </a:lvl8pPr>
      <a:lvl9pPr marL="12581223" indent="-740072" algn="l" defTabSz="2960288" rtl="0" eaLnBrk="1" latinLnBrk="0" hangingPunct="1">
        <a:spcBef>
          <a:spcPct val="20000"/>
        </a:spcBef>
        <a:buFont typeface="Arial" pitchFamily="34" charset="0"/>
        <a:buChar char="•"/>
        <a:defRPr sz="64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2960288" rtl="0" eaLnBrk="1" latinLnBrk="0" hangingPunct="1">
        <a:defRPr sz="5812" kern="1200">
          <a:solidFill>
            <a:schemeClr val="tx1"/>
          </a:solidFill>
          <a:latin typeface="+mn-lt"/>
          <a:ea typeface="+mn-ea"/>
          <a:cs typeface="+mn-cs"/>
        </a:defRPr>
      </a:lvl1pPr>
      <a:lvl2pPr marL="1480144" algn="l" defTabSz="2960288" rtl="0" eaLnBrk="1" latinLnBrk="0" hangingPunct="1">
        <a:defRPr sz="5812" kern="1200">
          <a:solidFill>
            <a:schemeClr val="tx1"/>
          </a:solidFill>
          <a:latin typeface="+mn-lt"/>
          <a:ea typeface="+mn-ea"/>
          <a:cs typeface="+mn-cs"/>
        </a:defRPr>
      </a:lvl2pPr>
      <a:lvl3pPr marL="2960288" algn="l" defTabSz="2960288" rtl="0" eaLnBrk="1" latinLnBrk="0" hangingPunct="1">
        <a:defRPr sz="5812" kern="1200">
          <a:solidFill>
            <a:schemeClr val="tx1"/>
          </a:solidFill>
          <a:latin typeface="+mn-lt"/>
          <a:ea typeface="+mn-ea"/>
          <a:cs typeface="+mn-cs"/>
        </a:defRPr>
      </a:lvl3pPr>
      <a:lvl4pPr marL="4440432" algn="l" defTabSz="2960288" rtl="0" eaLnBrk="1" latinLnBrk="0" hangingPunct="1">
        <a:defRPr sz="5812" kern="1200">
          <a:solidFill>
            <a:schemeClr val="tx1"/>
          </a:solidFill>
          <a:latin typeface="+mn-lt"/>
          <a:ea typeface="+mn-ea"/>
          <a:cs typeface="+mn-cs"/>
        </a:defRPr>
      </a:lvl4pPr>
      <a:lvl5pPr marL="5920576" algn="l" defTabSz="2960288" rtl="0" eaLnBrk="1" latinLnBrk="0" hangingPunct="1">
        <a:defRPr sz="5812" kern="1200">
          <a:solidFill>
            <a:schemeClr val="tx1"/>
          </a:solidFill>
          <a:latin typeface="+mn-lt"/>
          <a:ea typeface="+mn-ea"/>
          <a:cs typeface="+mn-cs"/>
        </a:defRPr>
      </a:lvl5pPr>
      <a:lvl6pPr marL="7400719" algn="l" defTabSz="2960288" rtl="0" eaLnBrk="1" latinLnBrk="0" hangingPunct="1">
        <a:defRPr sz="5812" kern="1200">
          <a:solidFill>
            <a:schemeClr val="tx1"/>
          </a:solidFill>
          <a:latin typeface="+mn-lt"/>
          <a:ea typeface="+mn-ea"/>
          <a:cs typeface="+mn-cs"/>
        </a:defRPr>
      </a:lvl6pPr>
      <a:lvl7pPr marL="8880863" algn="l" defTabSz="2960288" rtl="0" eaLnBrk="1" latinLnBrk="0" hangingPunct="1">
        <a:defRPr sz="5812" kern="1200">
          <a:solidFill>
            <a:schemeClr val="tx1"/>
          </a:solidFill>
          <a:latin typeface="+mn-lt"/>
          <a:ea typeface="+mn-ea"/>
          <a:cs typeface="+mn-cs"/>
        </a:defRPr>
      </a:lvl7pPr>
      <a:lvl8pPr marL="10361008" algn="l" defTabSz="2960288" rtl="0" eaLnBrk="1" latinLnBrk="0" hangingPunct="1">
        <a:defRPr sz="5812" kern="1200">
          <a:solidFill>
            <a:schemeClr val="tx1"/>
          </a:solidFill>
          <a:latin typeface="+mn-lt"/>
          <a:ea typeface="+mn-ea"/>
          <a:cs typeface="+mn-cs"/>
        </a:defRPr>
      </a:lvl8pPr>
      <a:lvl9pPr marL="11841151" algn="l" defTabSz="2960288" rtl="0" eaLnBrk="1" latinLnBrk="0" hangingPunct="1">
        <a:defRPr sz="58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39" userDrawn="1">
          <p15:clr>
            <a:srgbClr val="F26B43"/>
          </p15:clr>
        </p15:guide>
        <p15:guide id="2" orient="horz" pos="1478" userDrawn="1">
          <p15:clr>
            <a:srgbClr val="F26B43"/>
          </p15:clr>
        </p15:guide>
        <p15:guide id="3" pos="1474" userDrawn="1">
          <p15:clr>
            <a:srgbClr val="F26B43"/>
          </p15:clr>
        </p15:guide>
        <p15:guide id="4" orient="horz" pos="2037" userDrawn="1">
          <p15:clr>
            <a:srgbClr val="F26B43"/>
          </p15:clr>
        </p15:guide>
        <p15:guide id="5" pos="25494" userDrawn="1">
          <p15:clr>
            <a:srgbClr val="F26B43"/>
          </p15:clr>
        </p15:guide>
        <p15:guide id="6" orient="horz" pos="1836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ild 6" descr="20150416 tum logo blau png final.png">
            <a:extLst>
              <a:ext uri="{FF2B5EF4-FFF2-40B4-BE49-F238E27FC236}">
                <a16:creationId xmlns:a16="http://schemas.microsoft.com/office/drawing/2014/main" id="{90D3CF34-B41C-434C-A6E1-96043BE8B45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6030996" y="1169969"/>
            <a:ext cx="4446194" cy="1190944"/>
          </a:xfrm>
          <a:prstGeom prst="rect">
            <a:avLst/>
          </a:prstGeom>
        </p:spPr>
      </p:pic>
      <p:sp>
        <p:nvSpPr>
          <p:cNvPr id="17" name="Titelplatzhalter 1">
            <a:extLst>
              <a:ext uri="{FF2B5EF4-FFF2-40B4-BE49-F238E27FC236}">
                <a16:creationId xmlns:a16="http://schemas.microsoft.com/office/drawing/2014/main" id="{B59DA73A-4B0C-4569-BCA8-855153F424CA}"/>
              </a:ext>
            </a:extLst>
          </p:cNvPr>
          <p:cNvSpPr txBox="1">
            <a:spLocks/>
          </p:cNvSpPr>
          <p:nvPr userDrawn="1"/>
        </p:nvSpPr>
        <p:spPr>
          <a:xfrm>
            <a:off x="2305346" y="1989364"/>
            <a:ext cx="31326027" cy="44596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pPr marL="0" marR="0" lvl="0" indent="0" algn="l" defTabSz="2960288" rtl="0" eaLnBrk="1" fontAlgn="auto" latinLnBrk="0" hangingPunct="1">
              <a:lnSpc>
                <a:spcPts val="3544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083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j-ea"/>
                <a:cs typeface="Arial" pitchFamily="34" charset="0"/>
              </a:rPr>
              <a:t>Technische Universität München</a:t>
            </a:r>
            <a:endParaRPr kumimoji="0" lang="de-DE" sz="3083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23" name="Fußzeilenplatzhalter 4">
            <a:extLst>
              <a:ext uri="{FF2B5EF4-FFF2-40B4-BE49-F238E27FC236}">
                <a16:creationId xmlns:a16="http://schemas.microsoft.com/office/drawing/2014/main" id="{6020E99E-2EB0-4511-AE50-6105E7451F0A}"/>
              </a:ext>
            </a:extLst>
          </p:cNvPr>
          <p:cNvSpPr txBox="1">
            <a:spLocks/>
          </p:cNvSpPr>
          <p:nvPr userDrawn="1"/>
        </p:nvSpPr>
        <p:spPr>
          <a:xfrm>
            <a:off x="2369060" y="27641593"/>
            <a:ext cx="18532925" cy="1495283"/>
          </a:xfrm>
          <a:prstGeom prst="rect">
            <a:avLst/>
          </a:prstGeom>
          <a:solidFill>
            <a:schemeClr val="bg1"/>
          </a:solidFill>
          <a:ln w="60960">
            <a:noFill/>
          </a:ln>
        </p:spPr>
        <p:txBody>
          <a:bodyPr lIns="280692" tIns="306210" rIns="280692" bIns="306210"/>
          <a:lstStyle>
            <a:defPPr>
              <a:defRPr lang="de-DE"/>
            </a:defPPr>
            <a:lvl1pPr marL="0" algn="l" defTabSz="4176431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88215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76431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64646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52861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41076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29292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17507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705722" algn="l" defTabSz="4176431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50" dirty="0"/>
              <a:t>Technische Universität München</a:t>
            </a:r>
          </a:p>
          <a:p>
            <a:r>
              <a:rPr lang="de-DE" sz="850" b="0" dirty="0"/>
              <a:t>TUM School </a:t>
            </a:r>
            <a:r>
              <a:rPr lang="de-DE" sz="850" b="0" dirty="0" err="1"/>
              <a:t>of</a:t>
            </a:r>
            <a:r>
              <a:rPr lang="de-DE" sz="850" b="0" dirty="0"/>
              <a:t> Mustertechnik</a:t>
            </a:r>
          </a:p>
          <a:p>
            <a:r>
              <a:rPr lang="de-DE" sz="850" b="0" dirty="0"/>
              <a:t>Lehrstuhl für Musterverfahren</a:t>
            </a:r>
          </a:p>
          <a:p>
            <a:endParaRPr lang="de-DE" sz="850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700D273-0B1F-4868-A86A-9B938192B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05347" y="7405809"/>
            <a:ext cx="36923867" cy="192328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836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5" r:id="rId2"/>
    <p:sldLayoutId id="2147483657" r:id="rId3"/>
  </p:sldLayoutIdLst>
  <p:hf sldNum="0" hdr="0" dt="0"/>
  <p:txStyles>
    <p:titleStyle>
      <a:lvl1pPr algn="l" defTabSz="2960288" rtl="0" eaLnBrk="1" latinLnBrk="0" hangingPunct="1">
        <a:spcBef>
          <a:spcPct val="0"/>
        </a:spcBef>
        <a:buNone/>
        <a:defRPr lang="de-DE" sz="6663" kern="1200" baseline="0" smtClean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0" indent="0" algn="l" defTabSz="2960288" rtl="0" eaLnBrk="1" latinLnBrk="0" hangingPunct="1">
        <a:spcBef>
          <a:spcPct val="20000"/>
        </a:spcBef>
        <a:buFont typeface="Arial" pitchFamily="34" charset="0"/>
        <a:buNone/>
        <a:defRPr sz="3827" kern="120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1pPr>
      <a:lvl2pPr marL="2405234" indent="-925090" algn="l" defTabSz="2960288" rtl="0" eaLnBrk="1" latinLnBrk="0" hangingPunct="1">
        <a:spcBef>
          <a:spcPct val="20000"/>
        </a:spcBef>
        <a:buFont typeface="Arial" pitchFamily="34" charset="0"/>
        <a:buChar char="–"/>
        <a:defRPr sz="3827" kern="120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2pPr>
      <a:lvl3pPr marL="3700360" indent="-740072" algn="l" defTabSz="2960288" rtl="0" eaLnBrk="1" latinLnBrk="0" hangingPunct="1">
        <a:spcBef>
          <a:spcPct val="20000"/>
        </a:spcBef>
        <a:buFont typeface="Arial" pitchFamily="34" charset="0"/>
        <a:buChar char="•"/>
        <a:defRPr sz="3827" kern="120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3pPr>
      <a:lvl4pPr marL="5180504" indent="-740072" algn="l" defTabSz="2960288" rtl="0" eaLnBrk="1" latinLnBrk="0" hangingPunct="1">
        <a:spcBef>
          <a:spcPct val="20000"/>
        </a:spcBef>
        <a:buFont typeface="Arial" pitchFamily="34" charset="0"/>
        <a:buChar char="–"/>
        <a:defRPr sz="3827" kern="120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4pPr>
      <a:lvl5pPr marL="6660648" indent="-740072" algn="l" defTabSz="2960288" rtl="0" eaLnBrk="1" latinLnBrk="0" hangingPunct="1">
        <a:spcBef>
          <a:spcPct val="20000"/>
        </a:spcBef>
        <a:buFont typeface="Arial" pitchFamily="34" charset="0"/>
        <a:buChar char="»"/>
        <a:defRPr sz="3827" kern="1200">
          <a:solidFill>
            <a:schemeClr val="bg1"/>
          </a:solidFill>
          <a:latin typeface="Arial" pitchFamily="34" charset="0"/>
          <a:ea typeface="+mn-ea"/>
          <a:cs typeface="Arial" pitchFamily="34" charset="0"/>
        </a:defRPr>
      </a:lvl5pPr>
      <a:lvl6pPr marL="8140791" indent="-740072" algn="l" defTabSz="2960288" rtl="0" eaLnBrk="1" latinLnBrk="0" hangingPunct="1">
        <a:spcBef>
          <a:spcPct val="20000"/>
        </a:spcBef>
        <a:buFont typeface="Arial" pitchFamily="34" charset="0"/>
        <a:buChar char="•"/>
        <a:defRPr sz="6450" kern="1200">
          <a:solidFill>
            <a:schemeClr val="tx1"/>
          </a:solidFill>
          <a:latin typeface="+mn-lt"/>
          <a:ea typeface="+mn-ea"/>
          <a:cs typeface="+mn-cs"/>
        </a:defRPr>
      </a:lvl6pPr>
      <a:lvl7pPr marL="9620935" indent="-740072" algn="l" defTabSz="2960288" rtl="0" eaLnBrk="1" latinLnBrk="0" hangingPunct="1">
        <a:spcBef>
          <a:spcPct val="20000"/>
        </a:spcBef>
        <a:buFont typeface="Arial" pitchFamily="34" charset="0"/>
        <a:buChar char="•"/>
        <a:defRPr sz="6450" kern="1200">
          <a:solidFill>
            <a:schemeClr val="tx1"/>
          </a:solidFill>
          <a:latin typeface="+mn-lt"/>
          <a:ea typeface="+mn-ea"/>
          <a:cs typeface="+mn-cs"/>
        </a:defRPr>
      </a:lvl7pPr>
      <a:lvl8pPr marL="11101080" indent="-740072" algn="l" defTabSz="2960288" rtl="0" eaLnBrk="1" latinLnBrk="0" hangingPunct="1">
        <a:spcBef>
          <a:spcPct val="20000"/>
        </a:spcBef>
        <a:buFont typeface="Arial" pitchFamily="34" charset="0"/>
        <a:buChar char="•"/>
        <a:defRPr sz="6450" kern="1200">
          <a:solidFill>
            <a:schemeClr val="tx1"/>
          </a:solidFill>
          <a:latin typeface="+mn-lt"/>
          <a:ea typeface="+mn-ea"/>
          <a:cs typeface="+mn-cs"/>
        </a:defRPr>
      </a:lvl8pPr>
      <a:lvl9pPr marL="12581223" indent="-740072" algn="l" defTabSz="2960288" rtl="0" eaLnBrk="1" latinLnBrk="0" hangingPunct="1">
        <a:spcBef>
          <a:spcPct val="20000"/>
        </a:spcBef>
        <a:buFont typeface="Arial" pitchFamily="34" charset="0"/>
        <a:buChar char="•"/>
        <a:defRPr sz="64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2960288" rtl="0" eaLnBrk="1" latinLnBrk="0" hangingPunct="1">
        <a:defRPr sz="5812" kern="1200">
          <a:solidFill>
            <a:schemeClr val="tx1"/>
          </a:solidFill>
          <a:latin typeface="+mn-lt"/>
          <a:ea typeface="+mn-ea"/>
          <a:cs typeface="+mn-cs"/>
        </a:defRPr>
      </a:lvl1pPr>
      <a:lvl2pPr marL="1480144" algn="l" defTabSz="2960288" rtl="0" eaLnBrk="1" latinLnBrk="0" hangingPunct="1">
        <a:defRPr sz="5812" kern="1200">
          <a:solidFill>
            <a:schemeClr val="tx1"/>
          </a:solidFill>
          <a:latin typeface="+mn-lt"/>
          <a:ea typeface="+mn-ea"/>
          <a:cs typeface="+mn-cs"/>
        </a:defRPr>
      </a:lvl2pPr>
      <a:lvl3pPr marL="2960288" algn="l" defTabSz="2960288" rtl="0" eaLnBrk="1" latinLnBrk="0" hangingPunct="1">
        <a:defRPr sz="5812" kern="1200">
          <a:solidFill>
            <a:schemeClr val="tx1"/>
          </a:solidFill>
          <a:latin typeface="+mn-lt"/>
          <a:ea typeface="+mn-ea"/>
          <a:cs typeface="+mn-cs"/>
        </a:defRPr>
      </a:lvl3pPr>
      <a:lvl4pPr marL="4440432" algn="l" defTabSz="2960288" rtl="0" eaLnBrk="1" latinLnBrk="0" hangingPunct="1">
        <a:defRPr sz="5812" kern="1200">
          <a:solidFill>
            <a:schemeClr val="tx1"/>
          </a:solidFill>
          <a:latin typeface="+mn-lt"/>
          <a:ea typeface="+mn-ea"/>
          <a:cs typeface="+mn-cs"/>
        </a:defRPr>
      </a:lvl4pPr>
      <a:lvl5pPr marL="5920576" algn="l" defTabSz="2960288" rtl="0" eaLnBrk="1" latinLnBrk="0" hangingPunct="1">
        <a:defRPr sz="5812" kern="1200">
          <a:solidFill>
            <a:schemeClr val="tx1"/>
          </a:solidFill>
          <a:latin typeface="+mn-lt"/>
          <a:ea typeface="+mn-ea"/>
          <a:cs typeface="+mn-cs"/>
        </a:defRPr>
      </a:lvl5pPr>
      <a:lvl6pPr marL="7400719" algn="l" defTabSz="2960288" rtl="0" eaLnBrk="1" latinLnBrk="0" hangingPunct="1">
        <a:defRPr sz="5812" kern="1200">
          <a:solidFill>
            <a:schemeClr val="tx1"/>
          </a:solidFill>
          <a:latin typeface="+mn-lt"/>
          <a:ea typeface="+mn-ea"/>
          <a:cs typeface="+mn-cs"/>
        </a:defRPr>
      </a:lvl6pPr>
      <a:lvl7pPr marL="8880863" algn="l" defTabSz="2960288" rtl="0" eaLnBrk="1" latinLnBrk="0" hangingPunct="1">
        <a:defRPr sz="5812" kern="1200">
          <a:solidFill>
            <a:schemeClr val="tx1"/>
          </a:solidFill>
          <a:latin typeface="+mn-lt"/>
          <a:ea typeface="+mn-ea"/>
          <a:cs typeface="+mn-cs"/>
        </a:defRPr>
      </a:lvl7pPr>
      <a:lvl8pPr marL="10361008" algn="l" defTabSz="2960288" rtl="0" eaLnBrk="1" latinLnBrk="0" hangingPunct="1">
        <a:defRPr sz="5812" kern="1200">
          <a:solidFill>
            <a:schemeClr val="tx1"/>
          </a:solidFill>
          <a:latin typeface="+mn-lt"/>
          <a:ea typeface="+mn-ea"/>
          <a:cs typeface="+mn-cs"/>
        </a:defRPr>
      </a:lvl8pPr>
      <a:lvl9pPr marL="11841151" algn="l" defTabSz="2960288" rtl="0" eaLnBrk="1" latinLnBrk="0" hangingPunct="1">
        <a:defRPr sz="58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39" userDrawn="1">
          <p15:clr>
            <a:srgbClr val="F26B43"/>
          </p15:clr>
        </p15:guide>
        <p15:guide id="2" orient="horz" pos="1478" userDrawn="1">
          <p15:clr>
            <a:srgbClr val="F26B43"/>
          </p15:clr>
        </p15:guide>
        <p15:guide id="3" pos="1474" userDrawn="1">
          <p15:clr>
            <a:srgbClr val="F26B43"/>
          </p15:clr>
        </p15:guide>
        <p15:guide id="4" orient="horz" pos="2037" userDrawn="1">
          <p15:clr>
            <a:srgbClr val="F26B43"/>
          </p15:clr>
        </p15:guide>
        <p15:guide id="5" pos="25494" userDrawn="1">
          <p15:clr>
            <a:srgbClr val="F26B43"/>
          </p15:clr>
        </p15:guide>
        <p15:guide id="6" orient="horz" pos="1836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hyperlink" Target="https://tscnlab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platzhalter 4">
            <a:extLst>
              <a:ext uri="{FF2B5EF4-FFF2-40B4-BE49-F238E27FC236}">
                <a16:creationId xmlns:a16="http://schemas.microsoft.com/office/drawing/2014/main" id="{DD0F7F46-C18B-1F19-4653-13E8ED35EB2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4535" y="1124432"/>
            <a:ext cx="22702072" cy="3024335"/>
          </a:xfrm>
        </p:spPr>
        <p:txBody>
          <a:bodyPr>
            <a:normAutofit/>
          </a:bodyPr>
          <a:lstStyle/>
          <a:p>
            <a:r>
              <a:rPr lang="de-DE" dirty="0"/>
              <a:t>Title</a:t>
            </a:r>
          </a:p>
          <a:p>
            <a:r>
              <a:rPr lang="de-DE" dirty="0"/>
              <a:t>Title </a:t>
            </a:r>
            <a:r>
              <a:rPr lang="de-DE" dirty="0" err="1"/>
              <a:t>second</a:t>
            </a:r>
            <a:r>
              <a:rPr lang="de-DE" dirty="0"/>
              <a:t> </a:t>
            </a:r>
            <a:r>
              <a:rPr lang="de-DE" dirty="0" err="1"/>
              <a:t>line</a:t>
            </a:r>
            <a:endParaRPr lang="de-DE" dirty="0"/>
          </a:p>
        </p:txBody>
      </p:sp>
      <p:sp>
        <p:nvSpPr>
          <p:cNvPr id="78" name="Textplatzhalter 5">
            <a:extLst>
              <a:ext uri="{FF2B5EF4-FFF2-40B4-BE49-F238E27FC236}">
                <a16:creationId xmlns:a16="http://schemas.microsoft.com/office/drawing/2014/main" id="{EF3F7526-24D2-3208-59F1-D28674106B1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4535" y="4415115"/>
            <a:ext cx="26966234" cy="1576659"/>
          </a:xfrm>
        </p:spPr>
        <p:txBody>
          <a:bodyPr>
            <a:normAutofit lnSpcReduction="10000"/>
          </a:bodyPr>
          <a:lstStyle/>
          <a:p>
            <a:r>
              <a:rPr lang="en-GB" dirty="0">
                <a:solidFill>
                  <a:srgbClr val="333333"/>
                </a:solidFill>
              </a:rPr>
              <a:t>Author</a:t>
            </a:r>
            <a:r>
              <a:rPr lang="en-GB" baseline="30000" dirty="0">
                <a:solidFill>
                  <a:srgbClr val="333333"/>
                </a:solidFill>
              </a:rPr>
              <a:t>1, *</a:t>
            </a:r>
            <a:r>
              <a:rPr lang="en-GB" dirty="0">
                <a:solidFill>
                  <a:srgbClr val="333333"/>
                </a:solidFill>
              </a:rPr>
              <a:t>, Author</a:t>
            </a:r>
            <a:r>
              <a:rPr lang="en-GB" baseline="30000" dirty="0">
                <a:solidFill>
                  <a:srgbClr val="333333"/>
                </a:solidFill>
              </a:rPr>
              <a:t>2</a:t>
            </a:r>
            <a:r>
              <a:rPr lang="en-GB" dirty="0">
                <a:solidFill>
                  <a:srgbClr val="333333"/>
                </a:solidFill>
              </a:rPr>
              <a:t>, Author</a:t>
            </a:r>
            <a:r>
              <a:rPr lang="en-GB" baseline="30000" dirty="0">
                <a:solidFill>
                  <a:srgbClr val="333333"/>
                </a:solidFill>
              </a:rPr>
              <a:t>3</a:t>
            </a:r>
            <a:r>
              <a:rPr lang="en-GB" dirty="0">
                <a:solidFill>
                  <a:srgbClr val="333333"/>
                </a:solidFill>
              </a:rPr>
              <a:t>, Author</a:t>
            </a:r>
            <a:r>
              <a:rPr lang="en-GB" baseline="30000" dirty="0">
                <a:solidFill>
                  <a:srgbClr val="333333"/>
                </a:solidFill>
              </a:rPr>
              <a:t>4</a:t>
            </a:r>
            <a:endParaRPr lang="en-GB" dirty="0">
              <a:solidFill>
                <a:srgbClr val="333333"/>
              </a:solidFill>
            </a:endParaRPr>
          </a:p>
          <a:p>
            <a:r>
              <a:rPr lang="en-GB" dirty="0">
                <a:solidFill>
                  <a:srgbClr val="333333"/>
                </a:solidFill>
              </a:rPr>
              <a:t>Author second line</a:t>
            </a:r>
          </a:p>
        </p:txBody>
      </p:sp>
      <p:sp>
        <p:nvSpPr>
          <p:cNvPr id="79" name="Textplatzhalter 6">
            <a:extLst>
              <a:ext uri="{FF2B5EF4-FFF2-40B4-BE49-F238E27FC236}">
                <a16:creationId xmlns:a16="http://schemas.microsoft.com/office/drawing/2014/main" id="{AB4987C4-69ED-8F88-C67F-AEBFECEA48D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9725" y="6261334"/>
            <a:ext cx="28113631" cy="1333688"/>
          </a:xfrm>
        </p:spPr>
        <p:txBody>
          <a:bodyPr>
            <a:normAutofit/>
          </a:bodyPr>
          <a:lstStyle/>
          <a:p>
            <a:r>
              <a:rPr lang="en-GB" baseline="30000" dirty="0">
                <a:solidFill>
                  <a:srgbClr val="808080"/>
                </a:solidFill>
              </a:rPr>
              <a:t>1</a:t>
            </a:r>
            <a:r>
              <a:rPr lang="en-GB" dirty="0">
                <a:solidFill>
                  <a:srgbClr val="808080"/>
                </a:solidFill>
              </a:rPr>
              <a:t>Institution 1, </a:t>
            </a:r>
            <a:r>
              <a:rPr lang="en-GB" baseline="30000" dirty="0">
                <a:solidFill>
                  <a:srgbClr val="808080"/>
                </a:solidFill>
              </a:rPr>
              <a:t>2</a:t>
            </a:r>
            <a:r>
              <a:rPr lang="en-GB" dirty="0">
                <a:solidFill>
                  <a:srgbClr val="808080"/>
                </a:solidFill>
              </a:rPr>
              <a:t>Institution 2, </a:t>
            </a:r>
            <a:r>
              <a:rPr lang="en-GB" baseline="30000" dirty="0">
                <a:solidFill>
                  <a:srgbClr val="808080"/>
                </a:solidFill>
              </a:rPr>
              <a:t>3</a:t>
            </a:r>
            <a:r>
              <a:rPr lang="en-GB" dirty="0">
                <a:solidFill>
                  <a:srgbClr val="808080"/>
                </a:solidFill>
              </a:rPr>
              <a:t>Institution, </a:t>
            </a:r>
            <a:r>
              <a:rPr lang="en-GB" baseline="30000" dirty="0">
                <a:solidFill>
                  <a:srgbClr val="808080"/>
                </a:solidFill>
              </a:rPr>
              <a:t>4</a:t>
            </a:r>
            <a:r>
              <a:rPr lang="en-GB" dirty="0">
                <a:solidFill>
                  <a:srgbClr val="808080"/>
                </a:solidFill>
              </a:rPr>
              <a:t>Institution 4</a:t>
            </a:r>
          </a:p>
          <a:p>
            <a:r>
              <a:rPr lang="en-GB" dirty="0">
                <a:solidFill>
                  <a:srgbClr val="808080"/>
                </a:solidFill>
              </a:rPr>
              <a:t>Institution second line</a:t>
            </a:r>
            <a:endParaRPr lang="de-DE" dirty="0">
              <a:solidFill>
                <a:srgbClr val="808080"/>
              </a:solidFill>
            </a:endParaRPr>
          </a:p>
        </p:txBody>
      </p:sp>
      <p:sp>
        <p:nvSpPr>
          <p:cNvPr id="80" name="Textplatzhalter 7">
            <a:extLst>
              <a:ext uri="{FF2B5EF4-FFF2-40B4-BE49-F238E27FC236}">
                <a16:creationId xmlns:a16="http://schemas.microsoft.com/office/drawing/2014/main" id="{F4889A3E-4D21-05E7-8187-21181147899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21332" y="8010437"/>
            <a:ext cx="13404985" cy="1042988"/>
          </a:xfrm>
          <a:solidFill>
            <a:srgbClr val="FFF9DD"/>
          </a:solidFill>
          <a:ln>
            <a:noFill/>
          </a:ln>
        </p:spPr>
        <p:txBody>
          <a:bodyPr/>
          <a:lstStyle/>
          <a:p>
            <a:r>
              <a:rPr lang="en-GB" sz="4400" dirty="0">
                <a:solidFill>
                  <a:sysClr val="windowText" lastClr="000000"/>
                </a:solidFill>
              </a:rPr>
              <a:t>Background</a:t>
            </a:r>
            <a:endParaRPr lang="de-DE" sz="4400" dirty="0">
              <a:solidFill>
                <a:sysClr val="windowText" lastClr="000000"/>
              </a:solidFill>
            </a:endParaRPr>
          </a:p>
        </p:txBody>
      </p:sp>
      <p:sp>
        <p:nvSpPr>
          <p:cNvPr id="82" name="Textplatzhalter 13">
            <a:extLst>
              <a:ext uri="{FF2B5EF4-FFF2-40B4-BE49-F238E27FC236}">
                <a16:creationId xmlns:a16="http://schemas.microsoft.com/office/drawing/2014/main" id="{1FA7B876-1298-D6E9-A5A1-D6E5BC97D8A8}"/>
              </a:ext>
            </a:extLst>
          </p:cNvPr>
          <p:cNvSpPr txBox="1">
            <a:spLocks/>
          </p:cNvSpPr>
          <p:nvPr/>
        </p:nvSpPr>
        <p:spPr>
          <a:xfrm>
            <a:off x="14931883" y="9134825"/>
            <a:ext cx="13079528" cy="16509885"/>
          </a:xfrm>
          <a:prstGeom prst="rect">
            <a:avLst/>
          </a:prstGeom>
        </p:spPr>
        <p:txBody>
          <a:bodyPr vert="horz" lIns="396000" tIns="396000" rIns="396000" bIns="540000" rtlCol="0">
            <a:normAutofit/>
          </a:bodyPr>
          <a:lstStyle>
            <a:lvl1pPr marL="0" indent="0" algn="l" defTabSz="2960288" rtl="0" eaLnBrk="1" latinLnBrk="0" hangingPunct="1">
              <a:spcBef>
                <a:spcPct val="20000"/>
              </a:spcBef>
              <a:buFont typeface="Arial" pitchFamily="34" charset="0"/>
              <a:buNone/>
              <a:defRPr sz="1772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2405234" indent="-925090" algn="l" defTabSz="29602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3700360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5180504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6660648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8140791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620935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101080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81223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…</a:t>
            </a:r>
            <a:endParaRPr lang="de-DE" dirty="0"/>
          </a:p>
        </p:txBody>
      </p:sp>
      <p:sp>
        <p:nvSpPr>
          <p:cNvPr id="85" name="Textplatzhalter 16">
            <a:extLst>
              <a:ext uri="{FF2B5EF4-FFF2-40B4-BE49-F238E27FC236}">
                <a16:creationId xmlns:a16="http://schemas.microsoft.com/office/drawing/2014/main" id="{6862366D-CAA9-1E74-4698-6F487F6DEC34}"/>
              </a:ext>
            </a:extLst>
          </p:cNvPr>
          <p:cNvSpPr txBox="1">
            <a:spLocks/>
          </p:cNvSpPr>
          <p:nvPr/>
        </p:nvSpPr>
        <p:spPr>
          <a:xfrm>
            <a:off x="28753616" y="26274058"/>
            <a:ext cx="13128528" cy="7898133"/>
          </a:xfrm>
          <a:prstGeom prst="rect">
            <a:avLst/>
          </a:prstGeom>
        </p:spPr>
        <p:txBody>
          <a:bodyPr vert="horz" lIns="396000" tIns="396000" rIns="396000" bIns="540000" rtlCol="0">
            <a:normAutofit/>
          </a:bodyPr>
          <a:lstStyle>
            <a:lvl1pPr marL="0" indent="0" algn="l" defTabSz="2960288" rtl="0" eaLnBrk="1" latinLnBrk="0" hangingPunct="1">
              <a:spcBef>
                <a:spcPct val="20000"/>
              </a:spcBef>
              <a:buFont typeface="Arial" pitchFamily="34" charset="0"/>
              <a:buNone/>
              <a:defRPr sz="1772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2405234" indent="-925090" algn="l" defTabSz="29602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3700360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5180504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6660648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8140791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620935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101080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81223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…</a:t>
            </a:r>
            <a:endParaRPr lang="de-DE" dirty="0"/>
          </a:p>
        </p:txBody>
      </p:sp>
      <p:sp>
        <p:nvSpPr>
          <p:cNvPr id="88" name="Textplatzhalter 19">
            <a:extLst>
              <a:ext uri="{FF2B5EF4-FFF2-40B4-BE49-F238E27FC236}">
                <a16:creationId xmlns:a16="http://schemas.microsoft.com/office/drawing/2014/main" id="{4BE570D1-96BB-0DDB-E4B9-ADD60B4EF04B}"/>
              </a:ext>
            </a:extLst>
          </p:cNvPr>
          <p:cNvSpPr txBox="1">
            <a:spLocks/>
          </p:cNvSpPr>
          <p:nvPr/>
        </p:nvSpPr>
        <p:spPr>
          <a:xfrm>
            <a:off x="14919888" y="8010437"/>
            <a:ext cx="13128529" cy="1042988"/>
          </a:xfrm>
          <a:prstGeom prst="rect">
            <a:avLst/>
          </a:prstGeom>
          <a:solidFill>
            <a:srgbClr val="FFF9DD"/>
          </a:solidFill>
          <a:ln w="60960">
            <a:noFill/>
          </a:ln>
        </p:spPr>
        <p:txBody>
          <a:bodyPr vert="horz" lIns="396000" tIns="0" rIns="396000" bIns="0" rtlCol="0" anchor="ctr" anchorCtr="0">
            <a:noAutofit/>
          </a:bodyPr>
          <a:lstStyle>
            <a:lvl1pPr marL="0" indent="0" algn="l" defTabSz="2960288" rtl="0" eaLnBrk="1" latinLnBrk="0" hangingPunct="1">
              <a:spcBef>
                <a:spcPct val="20000"/>
              </a:spcBef>
              <a:buFont typeface="Arial" pitchFamily="34" charset="0"/>
              <a:buNone/>
              <a:defRPr sz="3118" b="1" kern="120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2405234" indent="-925090" algn="l" defTabSz="29602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3700360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5180504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6660648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8140791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620935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101080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81223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4400" dirty="0">
                <a:solidFill>
                  <a:sysClr val="windowText" lastClr="000000"/>
                </a:solidFill>
              </a:rPr>
              <a:t>Analysis &amp; Results</a:t>
            </a:r>
            <a:endParaRPr lang="de-DE" sz="4400" dirty="0">
              <a:solidFill>
                <a:sysClr val="windowText" lastClr="000000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87439DA-3E49-141D-961D-56FBC995CAFE}"/>
              </a:ext>
            </a:extLst>
          </p:cNvPr>
          <p:cNvSpPr/>
          <p:nvPr/>
        </p:nvSpPr>
        <p:spPr>
          <a:xfrm>
            <a:off x="14919890" y="8010437"/>
            <a:ext cx="13128529" cy="17634272"/>
          </a:xfrm>
          <a:prstGeom prst="rect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01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71119BF-E5E0-A703-F9EE-A808993C2591}"/>
              </a:ext>
            </a:extLst>
          </p:cNvPr>
          <p:cNvSpPr/>
          <p:nvPr/>
        </p:nvSpPr>
        <p:spPr>
          <a:xfrm>
            <a:off x="821332" y="8010437"/>
            <a:ext cx="13404985" cy="8448262"/>
          </a:xfrm>
          <a:prstGeom prst="rect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01"/>
          </a:p>
        </p:txBody>
      </p:sp>
      <p:sp>
        <p:nvSpPr>
          <p:cNvPr id="86" name="Textplatzhalter 17">
            <a:extLst>
              <a:ext uri="{FF2B5EF4-FFF2-40B4-BE49-F238E27FC236}">
                <a16:creationId xmlns:a16="http://schemas.microsoft.com/office/drawing/2014/main" id="{0423735B-A9F7-F63E-CC6A-86DBA46D36F4}"/>
              </a:ext>
            </a:extLst>
          </p:cNvPr>
          <p:cNvSpPr txBox="1">
            <a:spLocks/>
          </p:cNvSpPr>
          <p:nvPr/>
        </p:nvSpPr>
        <p:spPr>
          <a:xfrm>
            <a:off x="787532" y="17196448"/>
            <a:ext cx="13404986" cy="1042988"/>
          </a:xfrm>
          <a:prstGeom prst="rect">
            <a:avLst/>
          </a:prstGeom>
          <a:solidFill>
            <a:srgbClr val="FFF9DD"/>
          </a:solidFill>
          <a:ln w="60960">
            <a:noFill/>
          </a:ln>
        </p:spPr>
        <p:txBody>
          <a:bodyPr vert="horz" lIns="396000" tIns="0" rIns="396000" bIns="0" rtlCol="0" anchor="ctr" anchorCtr="0">
            <a:noAutofit/>
          </a:bodyPr>
          <a:lstStyle>
            <a:lvl1pPr marL="0" indent="0" algn="l" defTabSz="2960288" rtl="0" eaLnBrk="1" latinLnBrk="0" hangingPunct="1">
              <a:spcBef>
                <a:spcPct val="20000"/>
              </a:spcBef>
              <a:buFont typeface="Arial" pitchFamily="34" charset="0"/>
              <a:buNone/>
              <a:defRPr sz="3118" b="1" kern="120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2405234" indent="-925090" algn="l" defTabSz="29602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3700360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5180504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6660648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8140791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620935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101080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81223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4400" dirty="0">
                <a:solidFill>
                  <a:sysClr val="windowText" lastClr="000000"/>
                </a:solidFill>
              </a:rPr>
              <a:t>Methods</a:t>
            </a:r>
            <a:endParaRPr lang="de-DE" sz="4400" dirty="0">
              <a:solidFill>
                <a:sysClr val="windowText" lastClr="000000"/>
              </a:solidFill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E48BADF0-3C2A-9AD0-2207-7B35817925FD}"/>
              </a:ext>
            </a:extLst>
          </p:cNvPr>
          <p:cNvSpPr/>
          <p:nvPr/>
        </p:nvSpPr>
        <p:spPr>
          <a:xfrm>
            <a:off x="787532" y="17196448"/>
            <a:ext cx="13404986" cy="8448261"/>
          </a:xfrm>
          <a:prstGeom prst="rect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01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CB4F537-5EF2-160D-3387-3285F9DA14E9}"/>
              </a:ext>
            </a:extLst>
          </p:cNvPr>
          <p:cNvSpPr txBox="1"/>
          <p:nvPr/>
        </p:nvSpPr>
        <p:spPr>
          <a:xfrm>
            <a:off x="792134" y="26497522"/>
            <a:ext cx="80648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Arial" panose="020B0604020202020204" pitchFamily="34" charset="0"/>
              </a:rPr>
              <a:t>References</a:t>
            </a:r>
            <a:br>
              <a:rPr lang="en-GB" sz="3600" b="1" dirty="0">
                <a:latin typeface="Arial" panose="020B0604020202020204" pitchFamily="34" charset="0"/>
              </a:rPr>
            </a:br>
            <a:r>
              <a:rPr lang="en-GB" sz="2800" dirty="0">
                <a:latin typeface="Arial" panose="020B0604020202020204" pitchFamily="34" charset="0"/>
              </a:rPr>
              <a:t>Insert here</a:t>
            </a:r>
            <a:endParaRPr lang="en-GB" sz="2800" b="1" dirty="0">
              <a:latin typeface="Arial" panose="020B0604020202020204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5CA8528-25C5-1950-3375-4230E927337B}"/>
              </a:ext>
            </a:extLst>
          </p:cNvPr>
          <p:cNvSpPr txBox="1"/>
          <p:nvPr/>
        </p:nvSpPr>
        <p:spPr>
          <a:xfrm>
            <a:off x="14885858" y="26323486"/>
            <a:ext cx="80648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Arial" panose="020B0604020202020204" pitchFamily="34" charset="0"/>
              </a:rPr>
              <a:t>Funding &amp; Acknowledgements</a:t>
            </a:r>
          </a:p>
          <a:p>
            <a:r>
              <a:rPr lang="en-GB" sz="2800" dirty="0">
                <a:latin typeface="Arial" panose="020B0604020202020204" pitchFamily="34" charset="0"/>
              </a:rPr>
              <a:t>Insert here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11E5362-9DD1-6F42-E3E6-B767613C9533}"/>
              </a:ext>
            </a:extLst>
          </p:cNvPr>
          <p:cNvSpPr txBox="1"/>
          <p:nvPr/>
        </p:nvSpPr>
        <p:spPr>
          <a:xfrm>
            <a:off x="28734095" y="26202642"/>
            <a:ext cx="8285062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Arial" panose="020B0604020202020204" pitchFamily="34" charset="0"/>
              </a:rPr>
              <a:t>Contact</a:t>
            </a:r>
            <a:endParaRPr lang="en-GB" sz="2800" b="1" dirty="0">
              <a:latin typeface="Arial" panose="020B0604020202020204" pitchFamily="34" charset="0"/>
            </a:endParaRPr>
          </a:p>
          <a:p>
            <a:r>
              <a:rPr lang="en-GB" sz="2800" dirty="0" err="1">
                <a:latin typeface="Arial" panose="020B0604020202020204" pitchFamily="34" charset="0"/>
              </a:rPr>
              <a:t>first.name@tum.de</a:t>
            </a:r>
            <a:endParaRPr lang="en-GB" sz="2800" dirty="0">
              <a:latin typeface="Arial" panose="020B0604020202020204" pitchFamily="34" charset="0"/>
            </a:endParaRPr>
          </a:p>
          <a:p>
            <a:r>
              <a:rPr lang="en-GB" sz="2800" dirty="0">
                <a:latin typeface="Arial" panose="020B0604020202020204" pitchFamily="34" charset="0"/>
              </a:rPr>
              <a:t>ORCID</a:t>
            </a:r>
          </a:p>
          <a:p>
            <a:endParaRPr lang="en-GB" sz="2800" dirty="0">
              <a:latin typeface="Arial" panose="020B0604020202020204" pitchFamily="34" charset="0"/>
            </a:endParaRPr>
          </a:p>
          <a:p>
            <a:r>
              <a:rPr lang="en-GB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https://tscnlab.org/</a:t>
            </a:r>
            <a:r>
              <a:rPr lang="en-GB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99" name="Picture 98" descr="Shape&#10;&#10;Description automatically generated with low confidence">
            <a:extLst>
              <a:ext uri="{FF2B5EF4-FFF2-40B4-BE49-F238E27FC236}">
                <a16:creationId xmlns:a16="http://schemas.microsoft.com/office/drawing/2014/main" id="{8B63CD29-E542-C52E-8B15-1034042EF3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48319" y="26323486"/>
            <a:ext cx="2369880" cy="2369880"/>
          </a:xfrm>
          <a:prstGeom prst="rect">
            <a:avLst/>
          </a:prstGeom>
        </p:spPr>
      </p:pic>
      <p:pic>
        <p:nvPicPr>
          <p:cNvPr id="100" name="Picture Placeholder 38">
            <a:extLst>
              <a:ext uri="{FF2B5EF4-FFF2-40B4-BE49-F238E27FC236}">
                <a16:creationId xmlns:a16="http://schemas.microsoft.com/office/drawing/2014/main" id="{AD40E7E4-C9C2-CCA7-A9D4-73CB55E3CF89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001" t="-8738" r="-3482" b="-6724"/>
          <a:stretch/>
        </p:blipFill>
        <p:spPr>
          <a:xfrm>
            <a:off x="25148373" y="1054923"/>
            <a:ext cx="10225441" cy="2099283"/>
          </a:xfrm>
        </p:spPr>
      </p:pic>
      <p:pic>
        <p:nvPicPr>
          <p:cNvPr id="101" name="Graphic 100">
            <a:extLst>
              <a:ext uri="{FF2B5EF4-FFF2-40B4-BE49-F238E27FC236}">
                <a16:creationId xmlns:a16="http://schemas.microsoft.com/office/drawing/2014/main" id="{7B45A36E-90F8-862B-68B8-33F9C226CC6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00065" y="1281611"/>
            <a:ext cx="2480710" cy="1555281"/>
          </a:xfrm>
          <a:prstGeom prst="rect">
            <a:avLst/>
          </a:prstGeom>
        </p:spPr>
      </p:pic>
      <p:pic>
        <p:nvPicPr>
          <p:cNvPr id="102" name="Graphic 101">
            <a:extLst>
              <a:ext uri="{FF2B5EF4-FFF2-40B4-BE49-F238E27FC236}">
                <a16:creationId xmlns:a16="http://schemas.microsoft.com/office/drawing/2014/main" id="{F1E81970-D091-E506-4A0A-842B70DEAE5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t="-1" r="81934" b="-1"/>
          <a:stretch/>
        </p:blipFill>
        <p:spPr>
          <a:xfrm>
            <a:off x="35661846" y="1281611"/>
            <a:ext cx="1768321" cy="1555282"/>
          </a:xfrm>
          <a:prstGeom prst="rect">
            <a:avLst/>
          </a:prstGeom>
        </p:spPr>
      </p:pic>
      <p:pic>
        <p:nvPicPr>
          <p:cNvPr id="103" name="Graphic 102">
            <a:extLst>
              <a:ext uri="{FF2B5EF4-FFF2-40B4-BE49-F238E27FC236}">
                <a16:creationId xmlns:a16="http://schemas.microsoft.com/office/drawing/2014/main" id="{72130302-FBC5-D44C-2E3E-C7AD8EF97FE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81992"/>
          <a:stretch/>
        </p:blipFill>
        <p:spPr>
          <a:xfrm>
            <a:off x="37283612" y="1281611"/>
            <a:ext cx="1762610" cy="1555282"/>
          </a:xfrm>
          <a:prstGeom prst="rect">
            <a:avLst/>
          </a:prstGeom>
        </p:spPr>
      </p:pic>
      <p:sp>
        <p:nvSpPr>
          <p:cNvPr id="104" name="Rectangle 103">
            <a:extLst>
              <a:ext uri="{FF2B5EF4-FFF2-40B4-BE49-F238E27FC236}">
                <a16:creationId xmlns:a16="http://schemas.microsoft.com/office/drawing/2014/main" id="{19D9474A-5F0B-9C46-0D12-38A2774CBB68}"/>
              </a:ext>
            </a:extLst>
          </p:cNvPr>
          <p:cNvSpPr/>
          <p:nvPr/>
        </p:nvSpPr>
        <p:spPr>
          <a:xfrm>
            <a:off x="34274737" y="3574641"/>
            <a:ext cx="7906038" cy="1940399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4000" dirty="0">
                <a:solidFill>
                  <a:schemeClr val="bg1">
                    <a:lumMod val="65000"/>
                  </a:schemeClr>
                </a:solidFill>
              </a:rPr>
              <a:t>Space for collaborator logos (please delete)</a:t>
            </a:r>
          </a:p>
        </p:txBody>
      </p:sp>
      <p:sp>
        <p:nvSpPr>
          <p:cNvPr id="115" name="Textplatzhalter 7">
            <a:extLst>
              <a:ext uri="{FF2B5EF4-FFF2-40B4-BE49-F238E27FC236}">
                <a16:creationId xmlns:a16="http://schemas.microsoft.com/office/drawing/2014/main" id="{E17AF0E7-731F-5ADE-D5ED-58A825C3A642}"/>
              </a:ext>
            </a:extLst>
          </p:cNvPr>
          <p:cNvSpPr txBox="1">
            <a:spLocks/>
          </p:cNvSpPr>
          <p:nvPr/>
        </p:nvSpPr>
        <p:spPr>
          <a:xfrm>
            <a:off x="28809589" y="8034758"/>
            <a:ext cx="13404985" cy="1042988"/>
          </a:xfrm>
          <a:prstGeom prst="rect">
            <a:avLst/>
          </a:prstGeom>
          <a:solidFill>
            <a:srgbClr val="FFF9DD"/>
          </a:solidFill>
          <a:ln w="60960">
            <a:noFill/>
          </a:ln>
        </p:spPr>
        <p:txBody>
          <a:bodyPr vert="horz" lIns="396000" tIns="0" rIns="396000" bIns="0" rtlCol="0" anchor="ctr" anchorCtr="0">
            <a:noAutofit/>
          </a:bodyPr>
          <a:lstStyle>
            <a:lvl1pPr marL="0" indent="0" algn="l" defTabSz="2960288" rtl="0" eaLnBrk="1" latinLnBrk="0" hangingPunct="1">
              <a:spcBef>
                <a:spcPct val="20000"/>
              </a:spcBef>
              <a:buFont typeface="Arial" pitchFamily="34" charset="0"/>
              <a:buNone/>
              <a:defRPr sz="3118" b="1" kern="120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2405234" indent="-925090" algn="l" defTabSz="29602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3700360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5180504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6660648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8140791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620935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101080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81223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4400" dirty="0">
                <a:solidFill>
                  <a:sysClr val="windowText" lastClr="000000"/>
                </a:solidFill>
              </a:rPr>
              <a:t>Plot</a:t>
            </a:r>
            <a:endParaRPr lang="de-DE" sz="4400" dirty="0">
              <a:solidFill>
                <a:sysClr val="windowText" lastClr="000000"/>
              </a:solidFill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7D15BB1E-E9BF-D8BC-2DBD-ED237EE77AC6}"/>
              </a:ext>
            </a:extLst>
          </p:cNvPr>
          <p:cNvSpPr/>
          <p:nvPr/>
        </p:nvSpPr>
        <p:spPr>
          <a:xfrm>
            <a:off x="28809589" y="8034758"/>
            <a:ext cx="13404985" cy="8448262"/>
          </a:xfrm>
          <a:prstGeom prst="rect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01"/>
          </a:p>
        </p:txBody>
      </p:sp>
      <p:sp>
        <p:nvSpPr>
          <p:cNvPr id="117" name="Textplatzhalter 17">
            <a:extLst>
              <a:ext uri="{FF2B5EF4-FFF2-40B4-BE49-F238E27FC236}">
                <a16:creationId xmlns:a16="http://schemas.microsoft.com/office/drawing/2014/main" id="{C1A97372-314A-9354-5D77-1DD90A42BA0C}"/>
              </a:ext>
            </a:extLst>
          </p:cNvPr>
          <p:cNvSpPr txBox="1">
            <a:spLocks/>
          </p:cNvSpPr>
          <p:nvPr/>
        </p:nvSpPr>
        <p:spPr>
          <a:xfrm>
            <a:off x="28775789" y="17220769"/>
            <a:ext cx="13404986" cy="1042988"/>
          </a:xfrm>
          <a:prstGeom prst="rect">
            <a:avLst/>
          </a:prstGeom>
          <a:solidFill>
            <a:srgbClr val="FFF9DD"/>
          </a:solidFill>
          <a:ln w="60960">
            <a:noFill/>
          </a:ln>
        </p:spPr>
        <p:txBody>
          <a:bodyPr vert="horz" lIns="396000" tIns="0" rIns="396000" bIns="0" rtlCol="0" anchor="ctr" anchorCtr="0">
            <a:noAutofit/>
          </a:bodyPr>
          <a:lstStyle>
            <a:lvl1pPr marL="0" indent="0" algn="l" defTabSz="2960288" rtl="0" eaLnBrk="1" latinLnBrk="0" hangingPunct="1">
              <a:spcBef>
                <a:spcPct val="20000"/>
              </a:spcBef>
              <a:buFont typeface="Arial" pitchFamily="34" charset="0"/>
              <a:buNone/>
              <a:defRPr sz="3118" b="1" kern="120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2405234" indent="-925090" algn="l" defTabSz="29602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3700360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5180504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6660648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3827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8140791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620935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101080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81223" indent="-740072" algn="l" defTabSz="296028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64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4400" dirty="0">
                <a:solidFill>
                  <a:sysClr val="windowText" lastClr="000000"/>
                </a:solidFill>
              </a:rPr>
              <a:t>Conclusion</a:t>
            </a:r>
            <a:endParaRPr lang="de-DE" sz="4400" dirty="0">
              <a:solidFill>
                <a:sysClr val="windowText" lastClr="000000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2120CE84-8D41-14FE-D362-399F8B124A2F}"/>
              </a:ext>
            </a:extLst>
          </p:cNvPr>
          <p:cNvSpPr/>
          <p:nvPr/>
        </p:nvSpPr>
        <p:spPr>
          <a:xfrm>
            <a:off x="28775789" y="17220769"/>
            <a:ext cx="13404986" cy="8448261"/>
          </a:xfrm>
          <a:prstGeom prst="rect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01"/>
          </a:p>
        </p:txBody>
      </p:sp>
      <p:sp>
        <p:nvSpPr>
          <p:cNvPr id="2" name="Rectangular Callout 1">
            <a:extLst>
              <a:ext uri="{FF2B5EF4-FFF2-40B4-BE49-F238E27FC236}">
                <a16:creationId xmlns:a16="http://schemas.microsoft.com/office/drawing/2014/main" id="{87F02006-D8C9-6B13-826E-68628A263545}"/>
              </a:ext>
            </a:extLst>
          </p:cNvPr>
          <p:cNvSpPr/>
          <p:nvPr/>
        </p:nvSpPr>
        <p:spPr>
          <a:xfrm>
            <a:off x="12973246" y="1166744"/>
            <a:ext cx="10618284" cy="4608512"/>
          </a:xfrm>
          <a:prstGeom prst="wedgeRectCallou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DE" sz="3600" dirty="0"/>
              <a:t>Information (please delete):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DE" sz="3600" dirty="0"/>
              <a:t>Use Arial, Helvetica, Helvetica Neue or TUM Neue Helvetica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DE" sz="3600" dirty="0"/>
              <a:t>You can reshape the boxes to fit to your poster content.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DE" sz="3600" dirty="0"/>
              <a:t>You can remove the boxes or recolour them, preferably in pastel colours.</a:t>
            </a:r>
          </a:p>
        </p:txBody>
      </p:sp>
    </p:spTree>
    <p:extLst>
      <p:ext uri="{BB962C8B-B14F-4D97-AF65-F5344CB8AC3E}">
        <p14:creationId xmlns:p14="http://schemas.microsoft.com/office/powerpoint/2010/main" val="1098892044"/>
      </p:ext>
    </p:extLst>
  </p:cSld>
  <p:clrMapOvr>
    <a:masterClrMapping/>
  </p:clrMapOvr>
</p:sld>
</file>

<file path=ppt/theme/theme1.xml><?xml version="1.0" encoding="utf-8"?>
<a:theme xmlns:a="http://schemas.openxmlformats.org/drawingml/2006/main" name="weißer Hintergrund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SCN_PosterTemplate_LH-25042023.pptx" id="{FB4A0891-F2AC-4F65-ACE3-88EAD5A2B79D}" vid="{1C9D5C76-FD33-4404-BCBC-43D798996ACD}"/>
    </a:ext>
  </a:extLst>
</a:theme>
</file>

<file path=ppt/theme/theme2.xml><?xml version="1.0" encoding="utf-8"?>
<a:theme xmlns:a="http://schemas.openxmlformats.org/drawingml/2006/main" name="blauer Hintergrund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SCN_PosterTemplate_LH-25042023.pptx" id="{FB4A0891-F2AC-4F65-ACE3-88EAD5A2B79D}" vid="{DFE3EB27-A25E-4D20-8F33-393031949FDE}"/>
    </a:ext>
  </a:extLst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weißer Hintergrund</Template>
  <TotalTime>23</TotalTime>
  <Words>111</Words>
  <Application>Microsoft Macintosh PowerPoint</Application>
  <PresentationFormat>Custom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weißer Hintergrund</vt:lpstr>
      <vt:lpstr>blauer Hintergrund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Manuel Spitschan</dc:creator>
  <dc:description>Rechteinhaber: Technische Universität München, https://www.tum.de_x000d_
Gestaltung: ediundsepp Gestaltungsgesellschaft, München, http://www.ediundsepp.de_x000d_
Technische Umsetzung: eWorks GmbH, Frankfurt am Main, http://www.eworks.de</dc:description>
  <cp:lastModifiedBy>Manuel Spitschan</cp:lastModifiedBy>
  <cp:revision>33</cp:revision>
  <dcterms:created xsi:type="dcterms:W3CDTF">2023-04-28T12:04:46Z</dcterms:created>
  <dcterms:modified xsi:type="dcterms:W3CDTF">2024-01-16T12:38:56Z</dcterms:modified>
</cp:coreProperties>
</file>
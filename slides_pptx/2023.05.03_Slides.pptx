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929" r:id="rId1"/>
    <p:sldMasterId id="2147483937" r:id="rId2"/>
  </p:sldMasterIdLst>
  <p:notesMasterIdLst>
    <p:notesMasterId r:id="rId15"/>
  </p:notesMasterIdLst>
  <p:handoutMasterIdLst>
    <p:handoutMasterId r:id="rId16"/>
  </p:handout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Variant 1" id="{26E731A6-90F2-AA46-B9F0-278C949BD4FA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  <p14:section name="Variant 2" id="{DD0467AF-370A-D345-9219-89A4FF521124}">
          <p14:sldIdLst>
            <p14:sldId id="262"/>
            <p14:sldId id="263"/>
            <p14:sldId id="264"/>
            <p14:sldId id="265"/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E2D38"/>
    <a:srgbClr val="FFFFFF"/>
    <a:srgbClr val="005293"/>
    <a:srgbClr val="D0D8E8"/>
    <a:srgbClr val="306E93"/>
    <a:srgbClr val="6CB255"/>
    <a:srgbClr val="E5D419"/>
    <a:srgbClr val="212F62"/>
    <a:srgbClr val="72A510"/>
    <a:srgbClr val="A4EC1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122" autoAdjust="0"/>
    <p:restoredTop sz="94797" autoAdjust="0"/>
  </p:normalViewPr>
  <p:slideViewPr>
    <p:cSldViewPr snapToGrid="0" snapToObjects="1">
      <p:cViewPr varScale="1">
        <p:scale>
          <a:sx n="152" d="100"/>
          <a:sy n="152" d="100"/>
        </p:scale>
        <p:origin x="784" y="18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viewProps" Target="view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8.xml"/><Relationship Id="rId19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>
              <a:latin typeface="TUM Neue Helvetica 55 Regular" panose="020B0604020202020204" pitchFamily="34" charset="77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48D041A-73BB-E643-A8C7-50D88C2F22F5}" type="datetimeFigureOut">
              <a:rPr lang="en-US" smtClean="0">
                <a:latin typeface="TUM Neue Helvetica 55 Regular" panose="020B0604020202020204" pitchFamily="34" charset="77"/>
              </a:rPr>
              <a:t>5/4/23</a:t>
            </a:fld>
            <a:endParaRPr lang="en-US" dirty="0">
              <a:latin typeface="TUM Neue Helvetica 55 Regular" panose="020B0604020202020204" pitchFamily="34" charset="77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>
              <a:latin typeface="TUM Neue Helvetica 55 Regular" panose="020B0604020202020204" pitchFamily="34" charset="77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36EFEC5-3018-A548-B247-453C6EC1EC1A}" type="slidenum">
              <a:rPr lang="en-US" smtClean="0">
                <a:latin typeface="TUM Neue Helvetica 55 Regular" panose="020B0604020202020204" pitchFamily="34" charset="77"/>
              </a:rPr>
              <a:t>‹#›</a:t>
            </a:fld>
            <a:endParaRPr lang="en-US" dirty="0">
              <a:latin typeface="TUM Neue Helvetica 55 Regular" panose="020B0604020202020204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33005721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TUM Neue Helvetica 55 Regular" panose="020B0604020202020204" pitchFamily="34" charset="77"/>
              </a:defRPr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TUM Neue Helvetica 55 Regular" panose="020B0604020202020204" pitchFamily="34" charset="77"/>
              </a:defRPr>
            </a:lvl1pPr>
          </a:lstStyle>
          <a:p>
            <a:fld id="{0DF9DF7B-F6DF-4040-BF00-4447D75AE71E}" type="datetimeFigureOut">
              <a:rPr lang="en-US" smtClean="0"/>
              <a:pPr/>
              <a:t>5/4/23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TUM Neue Helvetica 55 Regular" panose="020B0604020202020204" pitchFamily="34" charset="77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TUM Neue Helvetica 55 Regular" panose="020B0604020202020204" pitchFamily="34" charset="77"/>
              </a:defRPr>
            </a:lvl1pPr>
          </a:lstStyle>
          <a:p>
            <a:fld id="{32FD5EBD-D990-46C8-82F6-3EB4E763E3D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03101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b="0" i="0" kern="1200">
        <a:solidFill>
          <a:schemeClr val="tx1"/>
        </a:solidFill>
        <a:latin typeface="TUM Neue Helvetica 55 Regular" panose="020B0604020202020204" pitchFamily="34" charset="77"/>
        <a:ea typeface="+mn-ea"/>
        <a:cs typeface="+mn-cs"/>
      </a:defRPr>
    </a:lvl1pPr>
    <a:lvl2pPr marL="457200" algn="l" defTabSz="914400" rtl="0" eaLnBrk="1" latinLnBrk="0" hangingPunct="1">
      <a:defRPr sz="1200" b="0" i="0" kern="1200">
        <a:solidFill>
          <a:schemeClr val="tx1"/>
        </a:solidFill>
        <a:latin typeface="TUM Neue Helvetica 55 Regular" panose="020B0604020202020204" pitchFamily="34" charset="77"/>
        <a:ea typeface="+mn-ea"/>
        <a:cs typeface="+mn-cs"/>
      </a:defRPr>
    </a:lvl2pPr>
    <a:lvl3pPr marL="914400" algn="l" defTabSz="914400" rtl="0" eaLnBrk="1" latinLnBrk="0" hangingPunct="1">
      <a:defRPr sz="1200" b="0" i="0" kern="1200">
        <a:solidFill>
          <a:schemeClr val="tx1"/>
        </a:solidFill>
        <a:latin typeface="TUM Neue Helvetica 55 Regular" panose="020B0604020202020204" pitchFamily="34" charset="77"/>
        <a:ea typeface="+mn-ea"/>
        <a:cs typeface="+mn-cs"/>
      </a:defRPr>
    </a:lvl3pPr>
    <a:lvl4pPr marL="1371600" algn="l" defTabSz="914400" rtl="0" eaLnBrk="1" latinLnBrk="0" hangingPunct="1">
      <a:defRPr sz="1200" b="0" i="0" kern="1200">
        <a:solidFill>
          <a:schemeClr val="tx1"/>
        </a:solidFill>
        <a:latin typeface="TUM Neue Helvetica 55 Regular" panose="020B0604020202020204" pitchFamily="34" charset="77"/>
        <a:ea typeface="+mn-ea"/>
        <a:cs typeface="+mn-cs"/>
      </a:defRPr>
    </a:lvl4pPr>
    <a:lvl5pPr marL="1828800" algn="l" defTabSz="914400" rtl="0" eaLnBrk="1" latinLnBrk="0" hangingPunct="1">
      <a:defRPr sz="1200" b="0" i="0" kern="1200">
        <a:solidFill>
          <a:schemeClr val="tx1"/>
        </a:solidFill>
        <a:latin typeface="TUM Neue Helvetica 55 Regular" panose="020B0604020202020204" pitchFamily="34" charset="77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2.emf"/><Relationship Id="rId7" Type="http://schemas.openxmlformats.org/officeDocument/2006/relationships/image" Target="../media/image5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4" Type="http://schemas.openxmlformats.org/officeDocument/2006/relationships/image" Target="../media/image8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sv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2.svg"/><Relationship Id="rId5" Type="http://schemas.openxmlformats.org/officeDocument/2006/relationships/image" Target="../media/image11.png"/><Relationship Id="rId4" Type="http://schemas.openxmlformats.org/officeDocument/2006/relationships/image" Target="../media/image10.sv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2.svg"/><Relationship Id="rId5" Type="http://schemas.openxmlformats.org/officeDocument/2006/relationships/image" Target="../media/image11.png"/><Relationship Id="rId4" Type="http://schemas.openxmlformats.org/officeDocument/2006/relationships/image" Target="../media/image10.sv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2.svg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2.emf"/><Relationship Id="rId7" Type="http://schemas.openxmlformats.org/officeDocument/2006/relationships/image" Target="../media/image5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4" Type="http://schemas.openxmlformats.org/officeDocument/2006/relationships/image" Target="../media/image8.png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sv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12.svg"/><Relationship Id="rId5" Type="http://schemas.openxmlformats.org/officeDocument/2006/relationships/image" Target="../media/image11.png"/><Relationship Id="rId4" Type="http://schemas.openxmlformats.org/officeDocument/2006/relationships/image" Target="../media/image10.svg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2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(Variant 1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82DEE7C-AF0C-A94C-0089-53BA99335C7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6000" y="3243098"/>
            <a:ext cx="11880000" cy="1538452"/>
          </a:xfrm>
        </p:spPr>
        <p:txBody>
          <a:bodyPr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dirty="0"/>
              <a:t>[Full name, including title and/or post-name letters] [Full author list, if required] [Institution(s)]</a:t>
            </a:r>
          </a:p>
          <a:p>
            <a:endParaRPr lang="en-GB" dirty="0"/>
          </a:p>
        </p:txBody>
      </p:sp>
      <p:sp>
        <p:nvSpPr>
          <p:cNvPr id="12" name="Title 11">
            <a:extLst>
              <a:ext uri="{FF2B5EF4-FFF2-40B4-BE49-F238E27FC236}">
                <a16:creationId xmlns:a16="http://schemas.microsoft.com/office/drawing/2014/main" id="{928B059B-334C-45D2-2325-10DA6A37B8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000" y="1519073"/>
            <a:ext cx="11880000" cy="1443202"/>
          </a:xfrm>
        </p:spPr>
        <p:txBody>
          <a:bodyPr anchor="b">
            <a:normAutofit/>
          </a:bodyPr>
          <a:lstStyle>
            <a:lvl1pPr>
              <a:defRPr sz="3600">
                <a:solidFill>
                  <a:srgbClr val="0E2D38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DE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97BC65F-206A-0B48-AF56-FE3AA1676AEE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55574" y="4945063"/>
            <a:ext cx="11879999" cy="1026367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en-DE" dirty="0"/>
              <a:t>[Event date], [Event name]</a:t>
            </a:r>
          </a:p>
        </p:txBody>
      </p:sp>
    </p:spTree>
    <p:extLst>
      <p:ext uri="{BB962C8B-B14F-4D97-AF65-F5344CB8AC3E}">
        <p14:creationId xmlns:p14="http://schemas.microsoft.com/office/powerpoint/2010/main" val="22199859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slide (Variant 2)" preserve="1" userDrawn="1">
  <p:cSld name="fewiknfewkfw">
    <p:bg>
      <p:bgPr>
        <a:solidFill>
          <a:srgbClr val="FFFFFF"/>
        </a:solidFill>
        <a:effectLst/>
      </p:bgPr>
    </p:bg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36419E6D-792C-A294-2683-62B5DDD1906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24" name="Google Shape;24;p4"/>
          <p:cNvCxnSpPr>
            <a:cxnSpLocks/>
          </p:cNvCxnSpPr>
          <p:nvPr/>
        </p:nvCxnSpPr>
        <p:spPr>
          <a:xfrm>
            <a:off x="3932481" y="1505165"/>
            <a:ext cx="0" cy="3703899"/>
          </a:xfrm>
          <a:prstGeom prst="straightConnector1">
            <a:avLst/>
          </a:prstGeom>
          <a:noFill/>
          <a:ln w="38100" cap="flat" cmpd="sng">
            <a:solidFill>
              <a:schemeClr val="bg1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13" name="Picture Placeholder 38">
            <a:extLst>
              <a:ext uri="{FF2B5EF4-FFF2-40B4-BE49-F238E27FC236}">
                <a16:creationId xmlns:a16="http://schemas.microsoft.com/office/drawing/2014/main" id="{79C63365-FF4F-9CE1-4D8D-35CF8A436F9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021" r="-224"/>
          <a:stretch/>
        </p:blipFill>
        <p:spPr>
          <a:xfrm>
            <a:off x="287847" y="3596690"/>
            <a:ext cx="3428575" cy="862663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1F06C64B-0747-1E3C-2F6F-023166FCC9D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03842" y="2772613"/>
            <a:ext cx="8031731" cy="1374157"/>
          </a:xfrm>
        </p:spPr>
        <p:txBody>
          <a:bodyPr/>
          <a:lstStyle>
            <a:lvl1pPr marL="0" indent="0" algn="l">
              <a:buNone/>
              <a:defRPr sz="2400">
                <a:solidFill>
                  <a:srgbClr val="0E2D38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dirty="0"/>
              <a:t>[Full name, including title and/or post-name letters] [Full author list, if required] [Institution(s)]</a:t>
            </a:r>
          </a:p>
          <a:p>
            <a:endParaRPr lang="en-GB" dirty="0"/>
          </a:p>
        </p:txBody>
      </p:sp>
      <p:sp>
        <p:nvSpPr>
          <p:cNvPr id="5" name="Title 11">
            <a:extLst>
              <a:ext uri="{FF2B5EF4-FFF2-40B4-BE49-F238E27FC236}">
                <a16:creationId xmlns:a16="http://schemas.microsoft.com/office/drawing/2014/main" id="{C1C11967-B9EF-8DFC-1D07-D3C98B4BC9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04268" y="1519073"/>
            <a:ext cx="8031731" cy="1108624"/>
          </a:xfrm>
        </p:spPr>
        <p:txBody>
          <a:bodyPr anchor="b">
            <a:normAutofit/>
          </a:bodyPr>
          <a:lstStyle>
            <a:lvl1pPr>
              <a:defRPr sz="3600">
                <a:solidFill>
                  <a:srgbClr val="FFFFFF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DE" dirty="0"/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87A97C8E-5DDF-1A84-41CE-EAEE753B7FF2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003843" y="4455981"/>
            <a:ext cx="8031730" cy="753083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en-DE" dirty="0"/>
              <a:t>[Event date], [Event name]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83C8477-FEFA-99DC-C8C9-EC963E0CA7B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5087" y="1535824"/>
            <a:ext cx="1734093" cy="1734093"/>
          </a:xfrm>
          <a:prstGeom prst="rect">
            <a:avLst/>
          </a:prstGeom>
        </p:spPr>
      </p:pic>
      <p:pic>
        <p:nvPicPr>
          <p:cNvPr id="2" name="Graphic 1">
            <a:extLst>
              <a:ext uri="{FF2B5EF4-FFF2-40B4-BE49-F238E27FC236}">
                <a16:creationId xmlns:a16="http://schemas.microsoft.com/office/drawing/2014/main" id="{3E0C42B3-B413-1928-D6C8-31E6ACDBB29E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812030" y="4661882"/>
            <a:ext cx="844157" cy="529245"/>
          </a:xfrm>
          <a:prstGeom prst="rect">
            <a:avLst/>
          </a:pr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55638AA9-76D3-4551-92BC-4BF19C20FAB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rcRect t="-1" r="81934" b="-1"/>
          <a:stretch/>
        </p:blipFill>
        <p:spPr>
          <a:xfrm>
            <a:off x="440438" y="4661882"/>
            <a:ext cx="601738" cy="529245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8DE906CD-9AEB-E21D-75F9-4501493706B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rcRect l="81992"/>
          <a:stretch/>
        </p:blipFill>
        <p:spPr>
          <a:xfrm>
            <a:off x="1042176" y="4661883"/>
            <a:ext cx="599795" cy="5292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05215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Section separator" preserve="1">
  <p:cSld name="Section separator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9D1EB2D-02D0-0618-85D9-FE1D3382ABA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7" name="Google Shape;67;p11"/>
          <p:cNvSpPr txBox="1">
            <a:spLocks noGrp="1"/>
          </p:cNvSpPr>
          <p:nvPr>
            <p:ph type="ctrTitle"/>
          </p:nvPr>
        </p:nvSpPr>
        <p:spPr>
          <a:xfrm>
            <a:off x="415611" y="992767"/>
            <a:ext cx="11360800" cy="2736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>
                <a:solidFill>
                  <a:srgbClr val="0E2D38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endParaRPr dirty="0"/>
          </a:p>
        </p:txBody>
      </p:sp>
      <p:sp>
        <p:nvSpPr>
          <p:cNvPr id="68" name="Google Shape;68;p11"/>
          <p:cNvSpPr txBox="1">
            <a:spLocks noGrp="1"/>
          </p:cNvSpPr>
          <p:nvPr>
            <p:ph type="subTitle" idx="1"/>
          </p:nvPr>
        </p:nvSpPr>
        <p:spPr>
          <a:xfrm>
            <a:off x="415600" y="3778833"/>
            <a:ext cx="11360800" cy="1056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800"/>
              <a:buNone/>
              <a:defRPr sz="3733">
                <a:solidFill>
                  <a:schemeClr val="bg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800"/>
              <a:buNone/>
              <a:defRPr sz="3733"/>
            </a:lvl2pPr>
            <a:lvl3pPr lvl="2" algn="ctr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800"/>
              <a:buNone/>
              <a:defRPr sz="3733"/>
            </a:lvl3pPr>
            <a:lvl4pPr lvl="3" algn="ctr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800"/>
              <a:buNone/>
              <a:defRPr sz="3733"/>
            </a:lvl4pPr>
            <a:lvl5pPr lvl="4" algn="ctr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SzPts val="2800"/>
              <a:buNone/>
              <a:defRPr sz="3733"/>
            </a:lvl5pPr>
            <a:lvl6pPr lvl="5" algn="ctr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SzPts val="2800"/>
              <a:buNone/>
              <a:defRPr sz="3733"/>
            </a:lvl6pPr>
            <a:lvl7pPr lvl="6" algn="ctr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SzPts val="2800"/>
              <a:buNone/>
              <a:defRPr sz="3733"/>
            </a:lvl7pPr>
            <a:lvl8pPr lvl="7" algn="ctr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SzPts val="2800"/>
              <a:buNone/>
              <a:defRPr sz="3733"/>
            </a:lvl8pPr>
            <a:lvl9pPr lvl="8" algn="ctr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705196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with text/content (1 column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2B0433-50EC-6784-D802-9118B6C69D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sz="2800">
                <a:solidFill>
                  <a:srgbClr val="0E2D38"/>
                </a:solidFill>
              </a:defRPr>
            </a:lvl1pPr>
            <a:lvl2pPr>
              <a:defRPr sz="2400">
                <a:solidFill>
                  <a:srgbClr val="0E2D38"/>
                </a:solidFill>
              </a:defRPr>
            </a:lvl2pPr>
            <a:lvl3pPr>
              <a:defRPr sz="2000">
                <a:solidFill>
                  <a:srgbClr val="0E2D38"/>
                </a:solidFill>
              </a:defRPr>
            </a:lvl3pPr>
            <a:lvl4pPr>
              <a:defRPr sz="1800">
                <a:solidFill>
                  <a:srgbClr val="0E2D38"/>
                </a:solidFill>
              </a:defRPr>
            </a:lvl4pPr>
            <a:lvl5pPr>
              <a:defRPr sz="1800">
                <a:solidFill>
                  <a:srgbClr val="0E2D38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DE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ADA256B-B176-F1F9-4E08-9BC37F45D2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Click to edit Master title style</a:t>
            </a:r>
            <a:endParaRPr lang="en-DE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0D1A7E1-5264-7F90-1485-99D2C93E40A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98EEE73-6CBB-5A43-915D-6D3EC7AE1E7C}" type="slidenum">
              <a:rPr lang="en-DE" smtClean="0"/>
              <a:pPr/>
              <a:t>‹#›</a:t>
            </a:fld>
            <a:endParaRPr lang="en-DE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A5AA9EC-4E9A-B538-D5DD-3217C6C3880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831013" y="6225115"/>
            <a:ext cx="3549650" cy="365125"/>
          </a:xfrm>
        </p:spPr>
        <p:txBody>
          <a:bodyPr>
            <a:noAutofit/>
          </a:bodyPr>
          <a:lstStyle>
            <a:lvl1pPr marL="0" indent="0">
              <a:buNone/>
              <a:defRPr sz="2000"/>
            </a:lvl1pPr>
          </a:lstStyle>
          <a:p>
            <a:pPr lvl="0"/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9775527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with text/content (2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293343-BF38-5B08-96D0-93D87ECB82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37FC88-B2EE-83A2-FD34-E4C46B52BE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56000" y="920749"/>
            <a:ext cx="5682825" cy="519430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0A51E9-7829-7767-4EF5-52DDEEC1A4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53177" y="920750"/>
            <a:ext cx="5686422" cy="51943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B9B8D81-A910-D785-4C0C-365DDA4AB0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596282" y="6225115"/>
            <a:ext cx="1436400" cy="365125"/>
          </a:xfrm>
        </p:spPr>
        <p:txBody>
          <a:bodyPr/>
          <a:lstStyle/>
          <a:p>
            <a:fld id="{498EEE73-6CBB-5A43-915D-6D3EC7AE1E7C}" type="slidenum">
              <a:rPr lang="en-DE" smtClean="0"/>
              <a:pPr/>
              <a:t>‹#›</a:t>
            </a:fld>
            <a:endParaRPr lang="en-DE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040B2A3-AEE6-BC60-2B01-4890D3CE705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831013" y="6225115"/>
            <a:ext cx="3549650" cy="365125"/>
          </a:xfrm>
        </p:spPr>
        <p:txBody>
          <a:bodyPr>
            <a:noAutofit/>
          </a:bodyPr>
          <a:lstStyle>
            <a:lvl1pPr marL="0" indent="0">
              <a:buNone/>
              <a:defRPr sz="2000"/>
            </a:lvl1pPr>
          </a:lstStyle>
          <a:p>
            <a:pPr lvl="0"/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9487321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pty slide with titl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293343-BF38-5B08-96D0-93D87ECB82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1747312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pty slide with no titl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553262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mpty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635752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Acknowledgments (Email + GitHub + Twitter)" preserve="1" userDrawn="1">
  <p:cSld name="Acknowledgments, Mail/GH/Tw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579150A8-A6A7-D848-2DEF-2A552A77C40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5" name="Google Shape;55;p10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463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40" tIns="45720" rIns="91440" bIns="45720" rtlCol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200" b="0" i="0" u="none" strike="noStrike" cap="none">
                <a:solidFill>
                  <a:schemeClr val="tx1">
                    <a:tint val="75000"/>
                  </a:schemeClr>
                </a:solidFill>
                <a:latin typeface="Helvetica Light" panose="020B0403020202020204" pitchFamily="34" charset="0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3BF01AD4-1839-794E-BD90-91AB590172A7}" type="slidenum">
              <a:rPr lang="en-DE" smtClean="0"/>
              <a:pPr/>
              <a:t>‹#›</a:t>
            </a:fld>
            <a:endParaRPr lang="en"/>
          </a:p>
        </p:txBody>
      </p:sp>
      <p:cxnSp>
        <p:nvCxnSpPr>
          <p:cNvPr id="57" name="Google Shape;57;p10"/>
          <p:cNvCxnSpPr/>
          <p:nvPr/>
        </p:nvCxnSpPr>
        <p:spPr>
          <a:xfrm>
            <a:off x="3716421" y="2608481"/>
            <a:ext cx="0" cy="160040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60" name="Google Shape;60;p10"/>
          <p:cNvSpPr txBox="1">
            <a:spLocks noGrp="1"/>
          </p:cNvSpPr>
          <p:nvPr>
            <p:ph type="sldNum" idx="2"/>
          </p:nvPr>
        </p:nvSpPr>
        <p:spPr>
          <a:xfrm>
            <a:off x="6457950" y="4767263"/>
            <a:ext cx="2057400" cy="27463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40" tIns="45720" rIns="91440" bIns="45720" rtlCol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200" b="0" i="0" u="none" strike="noStrike" cap="none">
                <a:solidFill>
                  <a:schemeClr val="tx1">
                    <a:tint val="75000"/>
                  </a:schemeClr>
                </a:solidFill>
                <a:latin typeface="Helvetica Light" panose="020B0403020202020204" pitchFamily="34" charset="0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3BF01AD4-1839-794E-BD90-91AB590172A7}" type="slidenum">
              <a:rPr lang="en-DE" smtClean="0"/>
              <a:pPr/>
              <a:t>‹#›</a:t>
            </a:fld>
            <a:endParaRPr lang="en"/>
          </a:p>
        </p:txBody>
      </p:sp>
      <p:pic>
        <p:nvPicPr>
          <p:cNvPr id="62" name="Google Shape;62;p10"/>
          <p:cNvPicPr preferRelativeResize="0"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071993" y="6285589"/>
            <a:ext cx="414529" cy="408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4" name="Google Shape;64;p10"/>
          <p:cNvPicPr preferRelativeResize="0"/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152659" y="6282751"/>
            <a:ext cx="414528" cy="414528"/>
          </a:xfrm>
          <a:prstGeom prst="rect">
            <a:avLst/>
          </a:prstGeom>
          <a:noFill/>
          <a:ln>
            <a:noFill/>
          </a:ln>
        </p:spPr>
      </p:pic>
      <p:pic>
        <p:nvPicPr>
          <p:cNvPr id="65" name="Google Shape;65;p10"/>
          <p:cNvPicPr preferRelativeResize="0"/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>
          <a:xfrm>
            <a:off x="5971585" y="6318997"/>
            <a:ext cx="408600" cy="336106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2631C45D-A4AF-1223-E180-EB9E96FA2AE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77813" y="1289050"/>
            <a:ext cx="3206750" cy="4024313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DE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469473F-31A1-DA1A-1446-8C54C99F564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382294" y="1289050"/>
            <a:ext cx="6911975" cy="182880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en-DE" dirty="0"/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7D27FFAE-CDC4-C5E3-ACA9-B1B660F2193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382293" y="3310572"/>
            <a:ext cx="6911975" cy="182880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en-DE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AB34C56E-9BDB-F5E2-1AD6-4C9ACB81D80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00759" y="6295340"/>
            <a:ext cx="2302323" cy="408600"/>
          </a:xfrm>
        </p:spPr>
        <p:txBody>
          <a:bodyPr anchor="ctr">
            <a:normAutofit/>
          </a:bodyPr>
          <a:lstStyle>
            <a:lvl1pPr marL="0" indent="0">
              <a:buNone/>
              <a:defRPr sz="2000"/>
            </a:lvl1pPr>
          </a:lstStyle>
          <a:p>
            <a:pPr lvl="0"/>
            <a:endParaRPr lang="en-DE" dirty="0"/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210C2267-198C-B65E-1588-1D8ADC032B0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540472" y="6295340"/>
            <a:ext cx="2302323" cy="408600"/>
          </a:xfrm>
        </p:spPr>
        <p:txBody>
          <a:bodyPr anchor="ctr">
            <a:normAutofit/>
          </a:bodyPr>
          <a:lstStyle>
            <a:lvl1pPr marL="0" indent="0">
              <a:buNone/>
              <a:defRPr sz="2000"/>
            </a:lvl1pPr>
          </a:lstStyle>
          <a:p>
            <a:pPr lvl="0"/>
            <a:endParaRPr lang="en-DE" dirty="0"/>
          </a:p>
        </p:txBody>
      </p:sp>
      <p:sp>
        <p:nvSpPr>
          <p:cNvPr id="14" name="Text Placeholder 11">
            <a:extLst>
              <a:ext uri="{FF2B5EF4-FFF2-40B4-BE49-F238E27FC236}">
                <a16:creationId xmlns:a16="http://schemas.microsoft.com/office/drawing/2014/main" id="{B755F42B-5D4D-06C9-BCF0-324CE2951DC3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395146" y="6295340"/>
            <a:ext cx="2302323" cy="408600"/>
          </a:xfrm>
        </p:spPr>
        <p:txBody>
          <a:bodyPr anchor="ctr">
            <a:normAutofit/>
          </a:bodyPr>
          <a:lstStyle>
            <a:lvl1pPr marL="0" indent="0">
              <a:buNone/>
              <a:defRPr sz="2000"/>
            </a:lvl1pPr>
          </a:lstStyle>
          <a:p>
            <a:pPr lvl="0"/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17843538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Acknowledgments (Email + GitHub" preserve="1" userDrawn="1">
  <p:cSld name="1_Dark References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579150A8-A6A7-D848-2DEF-2A552A77C40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5" name="Google Shape;55;p10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463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40" tIns="45720" rIns="91440" bIns="45720" rtlCol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200" b="0" i="0" u="none" strike="noStrike" cap="none">
                <a:solidFill>
                  <a:schemeClr val="tx1">
                    <a:tint val="75000"/>
                  </a:schemeClr>
                </a:solidFill>
                <a:latin typeface="Helvetica Light" panose="020B0403020202020204" pitchFamily="34" charset="0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3BF01AD4-1839-794E-BD90-91AB590172A7}" type="slidenum">
              <a:rPr lang="en-DE" smtClean="0"/>
              <a:pPr/>
              <a:t>‹#›</a:t>
            </a:fld>
            <a:endParaRPr lang="en"/>
          </a:p>
        </p:txBody>
      </p:sp>
      <p:cxnSp>
        <p:nvCxnSpPr>
          <p:cNvPr id="57" name="Google Shape;57;p10"/>
          <p:cNvCxnSpPr/>
          <p:nvPr/>
        </p:nvCxnSpPr>
        <p:spPr>
          <a:xfrm>
            <a:off x="3716421" y="2608481"/>
            <a:ext cx="0" cy="160040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60" name="Google Shape;60;p10"/>
          <p:cNvSpPr txBox="1">
            <a:spLocks noGrp="1"/>
          </p:cNvSpPr>
          <p:nvPr>
            <p:ph type="sldNum" idx="2"/>
          </p:nvPr>
        </p:nvSpPr>
        <p:spPr>
          <a:xfrm>
            <a:off x="6457950" y="4767263"/>
            <a:ext cx="2057400" cy="27463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40" tIns="45720" rIns="91440" bIns="45720" rtlCol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200" b="0" i="0" u="none" strike="noStrike" cap="none">
                <a:solidFill>
                  <a:schemeClr val="tx1">
                    <a:tint val="75000"/>
                  </a:schemeClr>
                </a:solidFill>
                <a:latin typeface="Helvetica Light" panose="020B0403020202020204" pitchFamily="34" charset="0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3BF01AD4-1839-794E-BD90-91AB590172A7}" type="slidenum">
              <a:rPr lang="en-DE" smtClean="0"/>
              <a:pPr/>
              <a:t>‹#›</a:t>
            </a:fld>
            <a:endParaRPr lang="en"/>
          </a:p>
        </p:txBody>
      </p:sp>
      <p:pic>
        <p:nvPicPr>
          <p:cNvPr id="62" name="Google Shape;62;p10"/>
          <p:cNvPicPr preferRelativeResize="0"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071993" y="6285589"/>
            <a:ext cx="414529" cy="408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4" name="Google Shape;64;p10"/>
          <p:cNvPicPr preferRelativeResize="0"/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152659" y="6282751"/>
            <a:ext cx="414528" cy="414528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2631C45D-A4AF-1223-E180-EB9E96FA2AE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77813" y="1289050"/>
            <a:ext cx="3206750" cy="4024313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DE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469473F-31A1-DA1A-1446-8C54C99F564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382294" y="1289050"/>
            <a:ext cx="6911975" cy="182880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en-DE" dirty="0"/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7D27FFAE-CDC4-C5E3-ACA9-B1B660F2193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382293" y="3310572"/>
            <a:ext cx="6911975" cy="182880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en-DE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AB34C56E-9BDB-F5E2-1AD6-4C9ACB81D80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00759" y="6295340"/>
            <a:ext cx="2302323" cy="408600"/>
          </a:xfrm>
        </p:spPr>
        <p:txBody>
          <a:bodyPr anchor="ctr">
            <a:normAutofit/>
          </a:bodyPr>
          <a:lstStyle>
            <a:lvl1pPr marL="0" indent="0">
              <a:buNone/>
              <a:defRPr sz="2000"/>
            </a:lvl1pPr>
          </a:lstStyle>
          <a:p>
            <a:pPr lvl="0"/>
            <a:endParaRPr lang="en-DE" dirty="0"/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210C2267-198C-B65E-1588-1D8ADC032B0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540472" y="6295340"/>
            <a:ext cx="2302323" cy="408600"/>
          </a:xfrm>
        </p:spPr>
        <p:txBody>
          <a:bodyPr anchor="ctr">
            <a:normAutofit/>
          </a:bodyPr>
          <a:lstStyle>
            <a:lvl1pPr marL="0" indent="0">
              <a:buNone/>
              <a:defRPr sz="2000"/>
            </a:lvl1pPr>
          </a:lstStyle>
          <a:p>
            <a:pPr lvl="0"/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19143574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Acknowledgments (Email)" preserve="1" userDrawn="1">
  <p:cSld name="1_Dark References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579150A8-A6A7-D848-2DEF-2A552A77C40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5" name="Google Shape;55;p10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463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40" tIns="45720" rIns="91440" bIns="45720" rtlCol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200" b="0" i="0" u="none" strike="noStrike" cap="none">
                <a:solidFill>
                  <a:schemeClr val="tx1">
                    <a:tint val="75000"/>
                  </a:schemeClr>
                </a:solidFill>
                <a:latin typeface="Helvetica Light" panose="020B0403020202020204" pitchFamily="34" charset="0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3BF01AD4-1839-794E-BD90-91AB590172A7}" type="slidenum">
              <a:rPr lang="en-DE" smtClean="0"/>
              <a:pPr/>
              <a:t>‹#›</a:t>
            </a:fld>
            <a:endParaRPr lang="en"/>
          </a:p>
        </p:txBody>
      </p:sp>
      <p:cxnSp>
        <p:nvCxnSpPr>
          <p:cNvPr id="57" name="Google Shape;57;p10"/>
          <p:cNvCxnSpPr/>
          <p:nvPr/>
        </p:nvCxnSpPr>
        <p:spPr>
          <a:xfrm>
            <a:off x="3716421" y="2608481"/>
            <a:ext cx="0" cy="160040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60" name="Google Shape;60;p10"/>
          <p:cNvSpPr txBox="1">
            <a:spLocks noGrp="1"/>
          </p:cNvSpPr>
          <p:nvPr>
            <p:ph type="sldNum" idx="2"/>
          </p:nvPr>
        </p:nvSpPr>
        <p:spPr>
          <a:xfrm>
            <a:off x="6457950" y="4767263"/>
            <a:ext cx="2057400" cy="27463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40" tIns="45720" rIns="91440" bIns="45720" rtlCol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200" b="0" i="0" u="none" strike="noStrike" cap="none">
                <a:solidFill>
                  <a:schemeClr val="tx1">
                    <a:tint val="75000"/>
                  </a:schemeClr>
                </a:solidFill>
                <a:latin typeface="Helvetica Light" panose="020B0403020202020204" pitchFamily="34" charset="0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3BF01AD4-1839-794E-BD90-91AB590172A7}" type="slidenum">
              <a:rPr lang="en-DE" smtClean="0"/>
              <a:pPr/>
              <a:t>‹#›</a:t>
            </a:fld>
            <a:endParaRPr lang="en"/>
          </a:p>
        </p:txBody>
      </p:sp>
      <p:pic>
        <p:nvPicPr>
          <p:cNvPr id="64" name="Google Shape;64;p10"/>
          <p:cNvPicPr preferRelativeResize="0"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152659" y="6282751"/>
            <a:ext cx="414528" cy="414528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2631C45D-A4AF-1223-E180-EB9E96FA2AE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77813" y="1289050"/>
            <a:ext cx="3206750" cy="4024313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DE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469473F-31A1-DA1A-1446-8C54C99F564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382294" y="1289050"/>
            <a:ext cx="6911975" cy="182880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en-DE" dirty="0"/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7D27FFAE-CDC4-C5E3-ACA9-B1B660F2193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382293" y="3310572"/>
            <a:ext cx="6911975" cy="182880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en-DE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AB34C56E-9BDB-F5E2-1AD6-4C9ACB81D80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00759" y="6295340"/>
            <a:ext cx="2302323" cy="408600"/>
          </a:xfrm>
        </p:spPr>
        <p:txBody>
          <a:bodyPr anchor="ctr">
            <a:normAutofit/>
          </a:bodyPr>
          <a:lstStyle>
            <a:lvl1pPr marL="0" indent="0">
              <a:buNone/>
              <a:defRPr sz="2000"/>
            </a:lvl1pPr>
          </a:lstStyle>
          <a:p>
            <a:pPr lvl="0"/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65821138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82DEE7C-AF0C-A94C-0089-53BA99335C7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6000" y="3243098"/>
            <a:ext cx="11880000" cy="1538452"/>
          </a:xfrm>
        </p:spPr>
        <p:txBody>
          <a:bodyPr/>
          <a:lstStyle>
            <a:lvl1pPr marL="0" indent="0" algn="l">
              <a:buNone/>
              <a:defRPr sz="2400">
                <a:solidFill>
                  <a:srgbClr val="0E2D38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dirty="0"/>
              <a:t>[Full name, including title and/or post-name letters] [Full author list, if required] [Institution(s)]</a:t>
            </a:r>
          </a:p>
          <a:p>
            <a:endParaRPr lang="en-GB" dirty="0"/>
          </a:p>
        </p:txBody>
      </p:sp>
      <p:sp>
        <p:nvSpPr>
          <p:cNvPr id="12" name="Title 11">
            <a:extLst>
              <a:ext uri="{FF2B5EF4-FFF2-40B4-BE49-F238E27FC236}">
                <a16:creationId xmlns:a16="http://schemas.microsoft.com/office/drawing/2014/main" id="{928B059B-334C-45D2-2325-10DA6A37B8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000" y="1519073"/>
            <a:ext cx="11880000" cy="1443202"/>
          </a:xfrm>
        </p:spPr>
        <p:txBody>
          <a:bodyPr anchor="b">
            <a:normAutofit/>
          </a:bodyPr>
          <a:lstStyle>
            <a:lvl1pPr>
              <a:defRPr sz="3600">
                <a:solidFill>
                  <a:srgbClr val="0E2D38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DE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97BC65F-206A-0B48-AF56-FE3AA1676AEE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55574" y="4945063"/>
            <a:ext cx="11879999" cy="1026367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en-DE" dirty="0"/>
              <a:t>[Event date], [Event name]</a:t>
            </a:r>
          </a:p>
        </p:txBody>
      </p:sp>
    </p:spTree>
    <p:extLst>
      <p:ext uri="{BB962C8B-B14F-4D97-AF65-F5344CB8AC3E}">
        <p14:creationId xmlns:p14="http://schemas.microsoft.com/office/powerpoint/2010/main" val="406124786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slide (Variant 2)" preserve="1" userDrawn="1">
  <p:cSld name="Dark Title (side)">
    <p:bg>
      <p:bgPr>
        <a:solidFill>
          <a:srgbClr val="FFFFFF"/>
        </a:solidFill>
        <a:effectLst/>
      </p:bgPr>
    </p:bg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36419E6D-792C-A294-2683-62B5DDD1906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24" name="Google Shape;24;p4"/>
          <p:cNvCxnSpPr>
            <a:cxnSpLocks/>
          </p:cNvCxnSpPr>
          <p:nvPr/>
        </p:nvCxnSpPr>
        <p:spPr>
          <a:xfrm>
            <a:off x="3932481" y="1505165"/>
            <a:ext cx="0" cy="3703899"/>
          </a:xfrm>
          <a:prstGeom prst="straightConnector1">
            <a:avLst/>
          </a:prstGeom>
          <a:noFill/>
          <a:ln w="38100" cap="flat" cmpd="sng">
            <a:solidFill>
              <a:schemeClr val="bg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" name="Subtitle 2">
            <a:extLst>
              <a:ext uri="{FF2B5EF4-FFF2-40B4-BE49-F238E27FC236}">
                <a16:creationId xmlns:a16="http://schemas.microsoft.com/office/drawing/2014/main" id="{1F06C64B-0747-1E3C-2F6F-023166FCC9D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03842" y="2772613"/>
            <a:ext cx="8031731" cy="1374157"/>
          </a:xfrm>
        </p:spPr>
        <p:txBody>
          <a:bodyPr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dirty="0"/>
              <a:t>[Full name, including title and/or post-name letters] [Full author list, if required] [Institution(s)]</a:t>
            </a:r>
          </a:p>
          <a:p>
            <a:endParaRPr lang="en-GB" dirty="0"/>
          </a:p>
        </p:txBody>
      </p:sp>
      <p:sp>
        <p:nvSpPr>
          <p:cNvPr id="5" name="Title 11">
            <a:extLst>
              <a:ext uri="{FF2B5EF4-FFF2-40B4-BE49-F238E27FC236}">
                <a16:creationId xmlns:a16="http://schemas.microsoft.com/office/drawing/2014/main" id="{C1C11967-B9EF-8DFC-1D07-D3C98B4BC9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04268" y="1519073"/>
            <a:ext cx="8031731" cy="1108624"/>
          </a:xfrm>
        </p:spPr>
        <p:txBody>
          <a:bodyPr anchor="b">
            <a:normAutofit/>
          </a:bodyPr>
          <a:lstStyle>
            <a:lvl1pPr>
              <a:defRPr sz="3600">
                <a:solidFill>
                  <a:srgbClr val="FFFFFF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DE" dirty="0"/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87A97C8E-5DDF-1A84-41CE-EAEE753B7FF2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003843" y="4455981"/>
            <a:ext cx="8031730" cy="753083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en-DE" dirty="0"/>
              <a:t>[Event date], [Event name]</a:t>
            </a:r>
          </a:p>
        </p:txBody>
      </p:sp>
      <p:pic>
        <p:nvPicPr>
          <p:cNvPr id="2" name="Picture Placeholder 38">
            <a:extLst>
              <a:ext uri="{FF2B5EF4-FFF2-40B4-BE49-F238E27FC236}">
                <a16:creationId xmlns:a16="http://schemas.microsoft.com/office/drawing/2014/main" id="{7E240C5D-9FA5-DED5-F5F9-4AC706C11C2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021" r="-224"/>
          <a:stretch/>
        </p:blipFill>
        <p:spPr>
          <a:xfrm>
            <a:off x="287847" y="3596690"/>
            <a:ext cx="3428575" cy="86266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B1D4F44C-80EE-79AD-650B-2F7CD008C18D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5087" y="1535824"/>
            <a:ext cx="1734093" cy="1734093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F3716A89-99E9-3F8D-9BDA-D63B8E3307C9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812030" y="4679819"/>
            <a:ext cx="844157" cy="529245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53228CB1-8845-B97B-C719-6A799A98888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rcRect t="-1" r="81934" b="-1"/>
          <a:stretch/>
        </p:blipFill>
        <p:spPr>
          <a:xfrm>
            <a:off x="440438" y="4679819"/>
            <a:ext cx="601738" cy="529245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A2BA9D06-4207-9F10-BCD6-186501B43F0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rcRect l="81992"/>
          <a:stretch/>
        </p:blipFill>
        <p:spPr>
          <a:xfrm>
            <a:off x="1042176" y="4679820"/>
            <a:ext cx="599795" cy="5292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020829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Section separator" preserve="1">
  <p:cSld name="TITLE_2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E9D00BC-3D57-EDF1-5A7C-9E84FDAA4BA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7" name="Google Shape;67;p11"/>
          <p:cNvSpPr txBox="1">
            <a:spLocks noGrp="1"/>
          </p:cNvSpPr>
          <p:nvPr>
            <p:ph type="ctrTitle"/>
          </p:nvPr>
        </p:nvSpPr>
        <p:spPr>
          <a:xfrm>
            <a:off x="415611" y="992767"/>
            <a:ext cx="11360800" cy="2736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>
                <a:solidFill>
                  <a:srgbClr val="0E2D38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endParaRPr dirty="0"/>
          </a:p>
        </p:txBody>
      </p:sp>
      <p:sp>
        <p:nvSpPr>
          <p:cNvPr id="68" name="Google Shape;68;p11"/>
          <p:cNvSpPr txBox="1">
            <a:spLocks noGrp="1"/>
          </p:cNvSpPr>
          <p:nvPr>
            <p:ph type="subTitle" idx="1"/>
          </p:nvPr>
        </p:nvSpPr>
        <p:spPr>
          <a:xfrm>
            <a:off x="415600" y="3778833"/>
            <a:ext cx="11360800" cy="1056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800"/>
              <a:buNone/>
              <a:defRPr sz="3733">
                <a:solidFill>
                  <a:schemeClr val="bg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800"/>
              <a:buNone/>
              <a:defRPr sz="3733"/>
            </a:lvl2pPr>
            <a:lvl3pPr lvl="2" algn="ctr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800"/>
              <a:buNone/>
              <a:defRPr sz="3733"/>
            </a:lvl3pPr>
            <a:lvl4pPr lvl="3" algn="ctr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800"/>
              <a:buNone/>
              <a:defRPr sz="3733"/>
            </a:lvl4pPr>
            <a:lvl5pPr lvl="4" algn="ctr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SzPts val="2800"/>
              <a:buNone/>
              <a:defRPr sz="3733"/>
            </a:lvl5pPr>
            <a:lvl6pPr lvl="5" algn="ctr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SzPts val="2800"/>
              <a:buNone/>
              <a:defRPr sz="3733"/>
            </a:lvl6pPr>
            <a:lvl7pPr lvl="6" algn="ctr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SzPts val="2800"/>
              <a:buNone/>
              <a:defRPr sz="3733"/>
            </a:lvl7pPr>
            <a:lvl8pPr lvl="7" algn="ctr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SzPts val="2800"/>
              <a:buNone/>
              <a:defRPr sz="3733"/>
            </a:lvl8pPr>
            <a:lvl9pPr lvl="8" algn="ctr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9961162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with text/content (1 column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2B0433-50EC-6784-D802-9118B6C69D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DE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ADA256B-B176-F1F9-4E08-9BC37F45D2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5" name="Text Placeholder 5">
            <a:extLst>
              <a:ext uri="{FF2B5EF4-FFF2-40B4-BE49-F238E27FC236}">
                <a16:creationId xmlns:a16="http://schemas.microsoft.com/office/drawing/2014/main" id="{0B889C71-D37B-E007-AF76-0066DE5AF16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831013" y="6225115"/>
            <a:ext cx="3549650" cy="365125"/>
          </a:xfrm>
        </p:spPr>
        <p:txBody>
          <a:bodyPr>
            <a:noAutofit/>
          </a:bodyPr>
          <a:lstStyle>
            <a:lvl1pPr marL="0" indent="0">
              <a:buNone/>
              <a:defRPr sz="2000"/>
            </a:lvl1pPr>
          </a:lstStyle>
          <a:p>
            <a:pPr lvl="0"/>
            <a:endParaRPr lang="en-D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313234-B904-AA1D-6FDE-7C8C73A7BC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D6744-4E72-634D-83C3-20CC96599462}" type="slidenum">
              <a:rPr lang="en-DE" smtClean="0"/>
              <a:pPr/>
              <a:t>‹#›</a:t>
            </a:fld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153396272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with text/content (2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293343-BF38-5B08-96D0-93D87ECB82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37FC88-B2EE-83A2-FD34-E4C46B52BE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56000" y="920749"/>
            <a:ext cx="5682825" cy="519430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0A51E9-7829-7767-4EF5-52DDEEC1A4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53177" y="920750"/>
            <a:ext cx="5686422" cy="51943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6E2AEAE4-E5C0-8E62-1E70-C1816BF7B7B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831013" y="6225115"/>
            <a:ext cx="3549650" cy="365125"/>
          </a:xfrm>
        </p:spPr>
        <p:txBody>
          <a:bodyPr>
            <a:noAutofit/>
          </a:bodyPr>
          <a:lstStyle>
            <a:lvl1pPr marL="0" indent="0">
              <a:buNone/>
              <a:defRPr sz="2000"/>
            </a:lvl1pPr>
          </a:lstStyle>
          <a:p>
            <a:pPr lvl="0"/>
            <a:endParaRPr lang="en-D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B75ABD0-8DAF-DE2A-C821-0F470C992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D6744-4E72-634D-83C3-20CC96599462}" type="slidenum">
              <a:rPr lang="en-DE" smtClean="0"/>
              <a:pPr/>
              <a:t>‹#›</a:t>
            </a:fld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4487500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pty slide with titl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293343-BF38-5B08-96D0-93D87ECB82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22972441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pty slide with no titl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5192280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mpty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2545662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Acknowledgments (Email + GitHub + Twitter)" preserve="1" userDrawn="1">
  <p:cSld name="Dark References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243973C-9245-EAF0-AC58-A16A47890ED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57" name="Google Shape;57;p10"/>
          <p:cNvCxnSpPr/>
          <p:nvPr/>
        </p:nvCxnSpPr>
        <p:spPr>
          <a:xfrm>
            <a:off x="3716421" y="2608481"/>
            <a:ext cx="0" cy="160040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62" name="Google Shape;62;p10"/>
          <p:cNvPicPr preferRelativeResize="0"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071993" y="6285589"/>
            <a:ext cx="414529" cy="408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4" name="Google Shape;64;p10"/>
          <p:cNvPicPr preferRelativeResize="0"/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152659" y="6282751"/>
            <a:ext cx="414528" cy="414528"/>
          </a:xfrm>
          <a:prstGeom prst="rect">
            <a:avLst/>
          </a:prstGeom>
          <a:noFill/>
          <a:ln>
            <a:noFill/>
          </a:ln>
        </p:spPr>
      </p:pic>
      <p:pic>
        <p:nvPicPr>
          <p:cNvPr id="65" name="Google Shape;65;p10"/>
          <p:cNvPicPr preferRelativeResize="0"/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>
          <a:xfrm>
            <a:off x="5971585" y="6318997"/>
            <a:ext cx="408600" cy="336106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2631C45D-A4AF-1223-E180-EB9E96FA2AE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77813" y="1289050"/>
            <a:ext cx="3206750" cy="4024313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DE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469473F-31A1-DA1A-1446-8C54C99F564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382294" y="1289050"/>
            <a:ext cx="6911975" cy="182880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en-DE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AB34C56E-9BDB-F5E2-1AD6-4C9ACB81D80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00759" y="6295340"/>
            <a:ext cx="2302323" cy="408600"/>
          </a:xfrm>
        </p:spPr>
        <p:txBody>
          <a:bodyPr anchor="ctr">
            <a:normAutofit/>
          </a:bodyPr>
          <a:lstStyle>
            <a:lvl1pPr marL="0" indent="0">
              <a:buNone/>
              <a:defRPr sz="2000"/>
            </a:lvl1pPr>
          </a:lstStyle>
          <a:p>
            <a:pPr lvl="0"/>
            <a:endParaRPr lang="en-DE" dirty="0"/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210C2267-198C-B65E-1588-1D8ADC032B0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540472" y="6295340"/>
            <a:ext cx="2302323" cy="408600"/>
          </a:xfrm>
        </p:spPr>
        <p:txBody>
          <a:bodyPr anchor="ctr">
            <a:normAutofit/>
          </a:bodyPr>
          <a:lstStyle>
            <a:lvl1pPr marL="0" indent="0">
              <a:buNone/>
              <a:defRPr sz="2000"/>
            </a:lvl1pPr>
          </a:lstStyle>
          <a:p>
            <a:pPr lvl="0"/>
            <a:endParaRPr lang="en-DE" dirty="0"/>
          </a:p>
        </p:txBody>
      </p:sp>
      <p:sp>
        <p:nvSpPr>
          <p:cNvPr id="14" name="Text Placeholder 11">
            <a:extLst>
              <a:ext uri="{FF2B5EF4-FFF2-40B4-BE49-F238E27FC236}">
                <a16:creationId xmlns:a16="http://schemas.microsoft.com/office/drawing/2014/main" id="{B755F42B-5D4D-06C9-BCF0-324CE2951DC3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395146" y="6295340"/>
            <a:ext cx="2302323" cy="408600"/>
          </a:xfrm>
        </p:spPr>
        <p:txBody>
          <a:bodyPr anchor="ctr">
            <a:normAutofit/>
          </a:bodyPr>
          <a:lstStyle>
            <a:lvl1pPr marL="0" indent="0">
              <a:buNone/>
              <a:defRPr sz="2000"/>
            </a:lvl1pPr>
          </a:lstStyle>
          <a:p>
            <a:pPr lvl="0"/>
            <a:endParaRPr lang="en-DE" dirty="0"/>
          </a:p>
        </p:txBody>
      </p:sp>
      <p:sp>
        <p:nvSpPr>
          <p:cNvPr id="7" name="Text Placeholder 7">
            <a:extLst>
              <a:ext uri="{FF2B5EF4-FFF2-40B4-BE49-F238E27FC236}">
                <a16:creationId xmlns:a16="http://schemas.microsoft.com/office/drawing/2014/main" id="{601629C1-0A84-0479-0506-5F80A7013C5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382293" y="3310572"/>
            <a:ext cx="6911975" cy="182880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74917593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Acknowledgments (Email + GitHub)" preserve="1" userDrawn="1">
  <p:cSld name="1_Dark References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71C9378-B3C2-3490-B694-78DF69383BE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57" name="Google Shape;57;p10"/>
          <p:cNvCxnSpPr/>
          <p:nvPr/>
        </p:nvCxnSpPr>
        <p:spPr>
          <a:xfrm>
            <a:off x="3716421" y="2608481"/>
            <a:ext cx="0" cy="160040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62" name="Google Shape;62;p10"/>
          <p:cNvPicPr preferRelativeResize="0"/>
          <p:nvPr/>
        </p:nvPicPr>
        <p:blipFill rotWithShape="1">
          <a:blip r:embed="rId3">
            <a:alphaModFix/>
            <a:biLevel thresh="75000"/>
          </a:blip>
          <a:srcRect/>
          <a:stretch/>
        </p:blipFill>
        <p:spPr>
          <a:xfrm>
            <a:off x="3071993" y="6282750"/>
            <a:ext cx="414529" cy="414529"/>
          </a:xfrm>
          <a:prstGeom prst="rect">
            <a:avLst/>
          </a:prstGeom>
          <a:noFill/>
          <a:ln>
            <a:noFill/>
          </a:ln>
        </p:spPr>
      </p:pic>
      <p:pic>
        <p:nvPicPr>
          <p:cNvPr id="64" name="Google Shape;64;p10"/>
          <p:cNvPicPr preferRelativeResize="0"/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152659" y="6282751"/>
            <a:ext cx="414528" cy="414528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2631C45D-A4AF-1223-E180-EB9E96FA2AE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77813" y="1289050"/>
            <a:ext cx="3206750" cy="4024313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DE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469473F-31A1-DA1A-1446-8C54C99F564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382294" y="1289050"/>
            <a:ext cx="6911975" cy="182880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en-DE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AB34C56E-9BDB-F5E2-1AD6-4C9ACB81D80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00759" y="6295340"/>
            <a:ext cx="2302323" cy="408600"/>
          </a:xfrm>
        </p:spPr>
        <p:txBody>
          <a:bodyPr anchor="ctr">
            <a:normAutofit/>
          </a:bodyPr>
          <a:lstStyle>
            <a:lvl1pPr marL="0" indent="0">
              <a:buNone/>
              <a:defRPr sz="2000"/>
            </a:lvl1pPr>
          </a:lstStyle>
          <a:p>
            <a:pPr lvl="0"/>
            <a:endParaRPr lang="en-DE" dirty="0"/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210C2267-198C-B65E-1588-1D8ADC032B0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540472" y="6295340"/>
            <a:ext cx="2302323" cy="408600"/>
          </a:xfrm>
        </p:spPr>
        <p:txBody>
          <a:bodyPr anchor="ctr">
            <a:normAutofit/>
          </a:bodyPr>
          <a:lstStyle>
            <a:lvl1pPr marL="0" indent="0">
              <a:buNone/>
              <a:defRPr sz="2000"/>
            </a:lvl1pPr>
          </a:lstStyle>
          <a:p>
            <a:pPr lvl="0"/>
            <a:endParaRPr lang="en-DE" dirty="0"/>
          </a:p>
        </p:txBody>
      </p:sp>
      <p:sp>
        <p:nvSpPr>
          <p:cNvPr id="7" name="Text Placeholder 7">
            <a:extLst>
              <a:ext uri="{FF2B5EF4-FFF2-40B4-BE49-F238E27FC236}">
                <a16:creationId xmlns:a16="http://schemas.microsoft.com/office/drawing/2014/main" id="{3BB4A897-33F0-001A-94D7-0DAB9D90E6F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382293" y="3310572"/>
            <a:ext cx="6911975" cy="182880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415027054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Acknowledgments (Email)" preserve="1" userDrawn="1">
  <p:cSld name="1_Dark References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B627619-3344-185B-7E1C-2B46F09DC6B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57" name="Google Shape;57;p10"/>
          <p:cNvCxnSpPr/>
          <p:nvPr/>
        </p:nvCxnSpPr>
        <p:spPr>
          <a:xfrm>
            <a:off x="3716421" y="2608481"/>
            <a:ext cx="0" cy="160040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64" name="Google Shape;64;p10"/>
          <p:cNvPicPr preferRelativeResize="0"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152659" y="6282751"/>
            <a:ext cx="414528" cy="414528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2631C45D-A4AF-1223-E180-EB9E96FA2AE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77813" y="1289050"/>
            <a:ext cx="3206750" cy="4024313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DE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469473F-31A1-DA1A-1446-8C54C99F564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382294" y="1289050"/>
            <a:ext cx="6911975" cy="182880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en-DE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AB34C56E-9BDB-F5E2-1AD6-4C9ACB81D80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00759" y="6295340"/>
            <a:ext cx="2302323" cy="408600"/>
          </a:xfrm>
        </p:spPr>
        <p:txBody>
          <a:bodyPr anchor="ctr">
            <a:normAutofit/>
          </a:bodyPr>
          <a:lstStyle>
            <a:lvl1pPr marL="0" indent="0">
              <a:buNone/>
              <a:defRPr sz="2000"/>
            </a:lvl1pPr>
          </a:lstStyle>
          <a:p>
            <a:pPr lvl="0"/>
            <a:endParaRPr lang="en-DE" dirty="0"/>
          </a:p>
        </p:txBody>
      </p:sp>
      <p:sp>
        <p:nvSpPr>
          <p:cNvPr id="4" name="Text Placeholder 7">
            <a:extLst>
              <a:ext uri="{FF2B5EF4-FFF2-40B4-BE49-F238E27FC236}">
                <a16:creationId xmlns:a16="http://schemas.microsoft.com/office/drawing/2014/main" id="{D5540357-5332-D5D8-7379-56AD173E43E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382293" y="3310572"/>
            <a:ext cx="6911975" cy="182880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1272692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18" Type="http://schemas.openxmlformats.org/officeDocument/2006/relationships/image" Target="../media/image6.sv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17" Type="http://schemas.openxmlformats.org/officeDocument/2006/relationships/image" Target="../media/image5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4.sv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emf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image" Target="../media/image1.png"/><Relationship Id="rId18" Type="http://schemas.openxmlformats.org/officeDocument/2006/relationships/image" Target="../media/image6.svg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17" Type="http://schemas.openxmlformats.org/officeDocument/2006/relationships/image" Target="../media/image5.png"/><Relationship Id="rId2" Type="http://schemas.openxmlformats.org/officeDocument/2006/relationships/slideLayout" Target="../slideLayouts/slideLayout13.xml"/><Relationship Id="rId16" Type="http://schemas.openxmlformats.org/officeDocument/2006/relationships/image" Target="../media/image4.svg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image" Target="../media/image2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3E7AFEBE-EB96-B5BE-E9E2-39426ECA7ED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5948"/>
          <a:stretch/>
        </p:blipFill>
        <p:spPr>
          <a:xfrm>
            <a:off x="0" y="1"/>
            <a:ext cx="12192000" cy="606902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BD6E141-F77C-4187-5327-AC654B5F85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000" y="129472"/>
            <a:ext cx="11880000" cy="39651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endParaRPr lang="en-DE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438802-D82A-3EE8-3611-AD0007BD0F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6000" y="923110"/>
            <a:ext cx="11880000" cy="5181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DE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6CCEF8CA-7B4F-0B2A-9B9F-D887B00A497A}"/>
              </a:ext>
            </a:extLst>
          </p:cNvPr>
          <p:cNvGrpSpPr/>
          <p:nvPr userDrawn="1"/>
        </p:nvGrpSpPr>
        <p:grpSpPr>
          <a:xfrm>
            <a:off x="156000" y="6277481"/>
            <a:ext cx="2838743" cy="312759"/>
            <a:chOff x="25678256" y="1213808"/>
            <a:chExt cx="16502519" cy="1818168"/>
          </a:xfrm>
        </p:grpSpPr>
        <p:pic>
          <p:nvPicPr>
            <p:cNvPr id="8" name="Picture Placeholder 38">
              <a:extLst>
                <a:ext uri="{FF2B5EF4-FFF2-40B4-BE49-F238E27FC236}">
                  <a16:creationId xmlns:a16="http://schemas.microsoft.com/office/drawing/2014/main" id="{6C5153D8-994A-9B62-15B4-8947E5C60D80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1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" r="-162"/>
            <a:stretch/>
          </p:blipFill>
          <p:spPr>
            <a:xfrm>
              <a:off x="25678256" y="1213808"/>
              <a:ext cx="9119494" cy="1818168"/>
            </a:xfrm>
            <a:prstGeom prst="rect">
              <a:avLst/>
            </a:prstGeom>
          </p:spPr>
        </p:pic>
        <p:pic>
          <p:nvPicPr>
            <p:cNvPr id="9" name="Graphic 8">
              <a:extLst>
                <a:ext uri="{FF2B5EF4-FFF2-40B4-BE49-F238E27FC236}">
                  <a16:creationId xmlns:a16="http://schemas.microsoft.com/office/drawing/2014/main" id="{C7D08E24-258B-A058-315A-69B21A80CFD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39700065" y="1281611"/>
              <a:ext cx="2480710" cy="1555281"/>
            </a:xfrm>
            <a:prstGeom prst="rect">
              <a:avLst/>
            </a:prstGeom>
          </p:spPr>
        </p:pic>
        <p:pic>
          <p:nvPicPr>
            <p:cNvPr id="10" name="Graphic 9">
              <a:extLst>
                <a:ext uri="{FF2B5EF4-FFF2-40B4-BE49-F238E27FC236}">
                  <a16:creationId xmlns:a16="http://schemas.microsoft.com/office/drawing/2014/main" id="{10003E41-C03E-3D2F-9DF2-49C04C1DA489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rcRect t="-1" r="81934" b="-1"/>
            <a:stretch/>
          </p:blipFill>
          <p:spPr>
            <a:xfrm>
              <a:off x="35661846" y="1281611"/>
              <a:ext cx="1768321" cy="1555282"/>
            </a:xfrm>
            <a:prstGeom prst="rect">
              <a:avLst/>
            </a:prstGeom>
          </p:spPr>
        </p:pic>
        <p:pic>
          <p:nvPicPr>
            <p:cNvPr id="11" name="Graphic 10">
              <a:extLst>
                <a:ext uri="{FF2B5EF4-FFF2-40B4-BE49-F238E27FC236}">
                  <a16:creationId xmlns:a16="http://schemas.microsoft.com/office/drawing/2014/main" id="{3FD8F14A-38B4-3140-D793-A47B962E0357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rcRect l="81992"/>
            <a:stretch/>
          </p:blipFill>
          <p:spPr>
            <a:xfrm>
              <a:off x="37283612" y="1281611"/>
              <a:ext cx="1762610" cy="1555282"/>
            </a:xfrm>
            <a:prstGeom prst="rect">
              <a:avLst/>
            </a:prstGeom>
          </p:spPr>
        </p:pic>
      </p:grpSp>
      <p:pic>
        <p:nvPicPr>
          <p:cNvPr id="4" name="Picture 3">
            <a:extLst>
              <a:ext uri="{FF2B5EF4-FFF2-40B4-BE49-F238E27FC236}">
                <a16:creationId xmlns:a16="http://schemas.microsoft.com/office/drawing/2014/main" id="{4D62B750-98ED-7B87-DBEE-F6F52F086B6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5948"/>
          <a:stretch/>
        </p:blipFill>
        <p:spPr>
          <a:xfrm flipH="1">
            <a:off x="0" y="6763011"/>
            <a:ext cx="12192000" cy="94987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A318F7C-863F-D94E-1089-98A7B625D78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596282" y="6225115"/>
            <a:ext cx="1440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rgbClr val="0E2D3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defRPr>
            </a:lvl1pPr>
          </a:lstStyle>
          <a:p>
            <a:fld id="{498EEE73-6CBB-5A43-915D-6D3EC7AE1E7C}" type="slidenum">
              <a:rPr lang="en-DE" smtClean="0"/>
              <a:pPr/>
              <a:t>‹#›</a:t>
            </a:fld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42819933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30" r:id="rId1"/>
    <p:sldLayoutId id="2147483944" r:id="rId2"/>
    <p:sldLayoutId id="2147483945" r:id="rId3"/>
    <p:sldLayoutId id="2147483931" r:id="rId4"/>
    <p:sldLayoutId id="2147483933" r:id="rId5"/>
    <p:sldLayoutId id="2147483934" r:id="rId6"/>
    <p:sldLayoutId id="2147483935" r:id="rId7"/>
    <p:sldLayoutId id="2147483936" r:id="rId8"/>
    <p:sldLayoutId id="2147483946" r:id="rId9"/>
    <p:sldLayoutId id="2147483947" r:id="rId10"/>
    <p:sldLayoutId id="2147483948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000" b="0" i="0" kern="1200">
          <a:solidFill>
            <a:srgbClr val="0E2D38"/>
          </a:solidFill>
          <a:latin typeface="Helvetica" pitchFamily="2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b="0" i="0" kern="1200">
          <a:solidFill>
            <a:srgbClr val="0E2D38"/>
          </a:solidFill>
          <a:latin typeface="Helvetica Light" panose="020B0403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b="0" i="0" kern="1200">
          <a:solidFill>
            <a:srgbClr val="0E2D38"/>
          </a:solidFill>
          <a:latin typeface="Helvetica Light" panose="020B0403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0" i="0" kern="1200">
          <a:solidFill>
            <a:srgbClr val="0E2D38"/>
          </a:solidFill>
          <a:latin typeface="Helvetica Light" panose="020B0403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rgbClr val="0E2D38"/>
          </a:solidFill>
          <a:latin typeface="Helvetica Light" panose="020B0403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rgbClr val="0E2D38"/>
          </a:solidFill>
          <a:latin typeface="Helvetica Light" panose="020B0403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3E7AFEBE-EB96-B5BE-E9E2-39426ECA7ED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380" b="12568"/>
          <a:stretch/>
        </p:blipFill>
        <p:spPr>
          <a:xfrm>
            <a:off x="0" y="1"/>
            <a:ext cx="12192000" cy="606902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BD6E141-F77C-4187-5327-AC654B5F85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000" y="129472"/>
            <a:ext cx="11880000" cy="39651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endParaRPr lang="en-DE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438802-D82A-3EE8-3611-AD0007BD0F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6000" y="923110"/>
            <a:ext cx="11880000" cy="5181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DE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BE619C9-9BF0-7194-64C6-7284C6F717F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9461" b="6487"/>
          <a:stretch/>
        </p:blipFill>
        <p:spPr>
          <a:xfrm flipH="1">
            <a:off x="0" y="6763011"/>
            <a:ext cx="12192000" cy="94987"/>
          </a:xfrm>
          <a:prstGeom prst="rect">
            <a:avLst/>
          </a:prstGeom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0D280886-E04E-2FA2-8CA4-1EF0F8E6D167}"/>
              </a:ext>
            </a:extLst>
          </p:cNvPr>
          <p:cNvGrpSpPr/>
          <p:nvPr userDrawn="1"/>
        </p:nvGrpSpPr>
        <p:grpSpPr>
          <a:xfrm>
            <a:off x="156000" y="6277481"/>
            <a:ext cx="2838743" cy="312759"/>
            <a:chOff x="25678256" y="1213808"/>
            <a:chExt cx="16502519" cy="1818168"/>
          </a:xfrm>
        </p:grpSpPr>
        <p:pic>
          <p:nvPicPr>
            <p:cNvPr id="6" name="Picture Placeholder 38">
              <a:extLst>
                <a:ext uri="{FF2B5EF4-FFF2-40B4-BE49-F238E27FC236}">
                  <a16:creationId xmlns:a16="http://schemas.microsoft.com/office/drawing/2014/main" id="{52004F97-A4A0-4DFF-4DF3-54E8888161E8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1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" r="-162"/>
            <a:stretch/>
          </p:blipFill>
          <p:spPr>
            <a:xfrm>
              <a:off x="25678256" y="1213808"/>
              <a:ext cx="9119494" cy="1818168"/>
            </a:xfrm>
            <a:prstGeom prst="rect">
              <a:avLst/>
            </a:prstGeom>
          </p:spPr>
        </p:pic>
        <p:pic>
          <p:nvPicPr>
            <p:cNvPr id="12" name="Graphic 11">
              <a:extLst>
                <a:ext uri="{FF2B5EF4-FFF2-40B4-BE49-F238E27FC236}">
                  <a16:creationId xmlns:a16="http://schemas.microsoft.com/office/drawing/2014/main" id="{2BEAA4BE-4B8F-3EB6-6587-46177D9B481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39700065" y="1281611"/>
              <a:ext cx="2480710" cy="1555281"/>
            </a:xfrm>
            <a:prstGeom prst="rect">
              <a:avLst/>
            </a:prstGeom>
          </p:spPr>
        </p:pic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id="{B8BA9CCA-EF0A-3373-8013-3B977D0641E9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rcRect t="-1" r="81934" b="-1"/>
            <a:stretch/>
          </p:blipFill>
          <p:spPr>
            <a:xfrm>
              <a:off x="35661846" y="1281611"/>
              <a:ext cx="1768321" cy="1555282"/>
            </a:xfrm>
            <a:prstGeom prst="rect">
              <a:avLst/>
            </a:prstGeom>
          </p:spPr>
        </p:pic>
        <p:pic>
          <p:nvPicPr>
            <p:cNvPr id="14" name="Graphic 13">
              <a:extLst>
                <a:ext uri="{FF2B5EF4-FFF2-40B4-BE49-F238E27FC236}">
                  <a16:creationId xmlns:a16="http://schemas.microsoft.com/office/drawing/2014/main" id="{CC81AD36-35A0-1697-5C70-8FF530130EB5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rcRect l="81992"/>
            <a:stretch/>
          </p:blipFill>
          <p:spPr>
            <a:xfrm>
              <a:off x="37283612" y="1281611"/>
              <a:ext cx="1762610" cy="1555282"/>
            </a:xfrm>
            <a:prstGeom prst="rect">
              <a:avLst/>
            </a:prstGeom>
          </p:spPr>
        </p:pic>
      </p:grp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B98263F2-1280-2089-7A70-49ACF71682A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594800" y="6224400"/>
            <a:ext cx="1440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rgbClr val="0E2D38"/>
                </a:solidFill>
              </a:defRPr>
            </a:lvl1pPr>
          </a:lstStyle>
          <a:p>
            <a:fld id="{2C0D6744-4E72-634D-83C3-20CC96599462}" type="slidenum">
              <a:rPr lang="en-DE" smtClean="0"/>
              <a:pPr/>
              <a:t>‹#›</a:t>
            </a:fld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19700592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38" r:id="rId1"/>
    <p:sldLayoutId id="2147483949" r:id="rId2"/>
    <p:sldLayoutId id="2147483950" r:id="rId3"/>
    <p:sldLayoutId id="2147483939" r:id="rId4"/>
    <p:sldLayoutId id="2147483940" r:id="rId5"/>
    <p:sldLayoutId id="2147483941" r:id="rId6"/>
    <p:sldLayoutId id="2147483942" r:id="rId7"/>
    <p:sldLayoutId id="2147483943" r:id="rId8"/>
    <p:sldLayoutId id="2147483951" r:id="rId9"/>
    <p:sldLayoutId id="2147483952" r:id="rId10"/>
    <p:sldLayoutId id="2147483953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000" b="0" i="0" kern="1200">
          <a:solidFill>
            <a:schemeClr val="bg1"/>
          </a:solidFill>
          <a:latin typeface="Helvetica" pitchFamily="2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b="0" i="0" kern="1200">
          <a:solidFill>
            <a:srgbClr val="0E2D38"/>
          </a:solidFill>
          <a:latin typeface="Helvetica Light" panose="020B0403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b="0" i="0" kern="1200">
          <a:solidFill>
            <a:srgbClr val="0E2D38"/>
          </a:solidFill>
          <a:latin typeface="Helvetica Light" panose="020B0403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0" i="0" kern="1200">
          <a:solidFill>
            <a:srgbClr val="0E2D38"/>
          </a:solidFill>
          <a:latin typeface="Helvetica Light" panose="020B0403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rgbClr val="0E2D38"/>
          </a:solidFill>
          <a:latin typeface="Helvetica Light" panose="020B0403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rgbClr val="0E2D38"/>
          </a:solidFill>
          <a:latin typeface="Helvetica Light" panose="020B0403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A5D7F5A3-7376-A50B-B725-4CC8C79B1C0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AA5850E-4B33-CDD6-8F50-8DD66D5C43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18A9990-AB29-DB7D-5B92-C2B2F9A9DDC0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6612924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2052F20D-3418-1113-EF22-C59394D7A70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7C0C2A5-28D5-FC0C-D0BE-BEB58AB5F9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23DC08-D1D5-CEE0-39FF-AA82F354A025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5830600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B4FEA7-6DBD-C3A7-D771-71055686A44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9255F72-6E2C-554E-C295-22C9057D0D2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9154250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38630B1-2C31-2121-4DE1-1878CFC0AD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66DDCD9-343A-7038-D740-8FBA064B7D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E78332-38BF-76A2-8FEA-955969B16A7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98EEE73-6CBB-5A43-915D-6D3EC7AE1E7C}" type="slidenum">
              <a:rPr lang="en-DE" smtClean="0"/>
              <a:pPr/>
              <a:t>4</a:t>
            </a:fld>
            <a:endParaRPr lang="en-DE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6886A2D-78F3-73B2-1386-CF432F539CC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7061558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122A12-66EC-7C11-258C-7E3BA9DC9D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85EFE9-D795-C91D-FA6E-1020C97D952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705B433-CCDD-E7AD-2219-16210A2F10F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E6C093-E427-013F-9B9D-5A96B59B562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98EEE73-6CBB-5A43-915D-6D3EC7AE1E7C}" type="slidenum">
              <a:rPr lang="en-DE" smtClean="0"/>
              <a:pPr/>
              <a:t>5</a:t>
            </a:fld>
            <a:endParaRPr lang="en-DE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6AF6AAC-0DC1-C48B-7ACE-C5CBCFFE127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7514824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15008AF-2648-DB85-7385-8B312A4C2B6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BF01AD4-1839-794E-BD90-91AB590172A7}" type="slidenum">
              <a:rPr lang="en-DE" smtClean="0"/>
              <a:pPr/>
              <a:t>6</a:t>
            </a:fld>
            <a:endParaRPr lang="en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E86A856-1D96-F2C1-1BBA-66B78E451EDD}"/>
              </a:ext>
            </a:extLst>
          </p:cNvPr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3BF01AD4-1839-794E-BD90-91AB590172A7}" type="slidenum">
              <a:rPr lang="en-DE" smtClean="0"/>
              <a:pPr/>
              <a:t>6</a:t>
            </a:fld>
            <a:endParaRPr lang="en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46800715-1182-3AF6-9EEF-5BE95CD3390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B5C0097-1705-56C3-8184-96C9C7A8F32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0ABEFC8-63CE-CB6E-BDF1-892EADC9392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DFB1AE1-2D35-9E48-14B8-BA7BE9D6466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DD54F7A-FFB9-65AC-0DD3-605C1FFAF53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E0BED262-1D9F-284E-A09E-9FD15966CC5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1443189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392C0926-B2B0-2198-1884-2B2569D99F6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CED9D4C-7219-E02C-150D-F29AA9A47D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CEC48D-71D3-DC4B-6B0E-C75EE6C597C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7334699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8F7C9AEA-676F-6279-5979-ECB15D04C2B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D6AA5F1-E5BF-2516-1BB1-BBC62576E5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7F42AB2-219C-2DB7-F7EA-269358018A22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4733372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5B1D0E-F82B-848A-6374-8C9631A2CA6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5DF960F-265C-A4BB-B681-D2F6DC8193D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0603102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43D14CC-D387-6C0E-9B4E-45F8318A76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B69CC3C-6388-CE9F-F112-111F199296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2B8436D-8632-95E1-0431-2C873F4B717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6EEB9B2-98E2-C48A-7925-EFA5422F9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D6744-4E72-634D-83C3-20CC96599462}" type="slidenum">
              <a:rPr lang="en-DE" smtClean="0"/>
              <a:pPr/>
              <a:t>10</a:t>
            </a:fld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9987245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93095E-AC22-6E89-1879-378931B561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FA897A-118A-8BDA-56A7-6D27AF69D23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888177B-A0EA-36DF-A93C-8BD84B96966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6687BF-984D-E981-0E7C-0261DB7C577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6325B3-7359-A30A-92D1-2721D6D7FA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D6744-4E72-634D-83C3-20CC96599462}" type="slidenum">
              <a:rPr lang="en-DE" smtClean="0"/>
              <a:pPr/>
              <a:t>11</a:t>
            </a:fld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171506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E49DC07E-BFB6-B52D-0D6B-6AE9072264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6486D3-47FB-7981-0D66-E15B0F4D1F0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6F1118-2B99-5FF0-DB1D-A122E10B94C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A824298-5584-39B3-7E0C-CCF3A41F3527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DCA23A6-E1CC-2438-EDFB-4CA9DF997B5D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A487C87-50AB-8D69-0191-75AFF0CB10D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623941236"/>
      </p:ext>
    </p:extLst>
  </p:cSld>
  <p:clrMapOvr>
    <a:masterClrMapping/>
  </p:clrMapOvr>
</p:sld>
</file>

<file path=ppt/theme/theme1.xml><?xml version="1.0" encoding="utf-8"?>
<a:theme xmlns:a="http://schemas.openxmlformats.org/drawingml/2006/main" name="Slide template (Variant 1)">
  <a:themeElements>
    <a:clrScheme name="Median">
      <a:dk1>
        <a:sysClr val="windowText" lastClr="000000"/>
      </a:dk1>
      <a:lt1>
        <a:sysClr val="window" lastClr="FFFFFF"/>
      </a:lt1>
      <a:dk2>
        <a:srgbClr val="775F55"/>
      </a:dk2>
      <a:lt2>
        <a:srgbClr val="EBDDC3"/>
      </a:lt2>
      <a:accent1>
        <a:srgbClr val="94B6D2"/>
      </a:accent1>
      <a:accent2>
        <a:srgbClr val="DD8047"/>
      </a:accent2>
      <a:accent3>
        <a:srgbClr val="A5AB81"/>
      </a:accent3>
      <a:accent4>
        <a:srgbClr val="D8B25C"/>
      </a:accent4>
      <a:accent5>
        <a:srgbClr val="7BA79D"/>
      </a:accent5>
      <a:accent6>
        <a:srgbClr val="968C8C"/>
      </a:accent6>
      <a:hlink>
        <a:srgbClr val="F7B615"/>
      </a:hlink>
      <a:folHlink>
        <a:srgbClr val="704404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Slide template (Variant 2)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2888</TotalTime>
  <Words>6</Words>
  <Application>Microsoft Macintosh PowerPoint</Application>
  <PresentationFormat>Widescreen</PresentationFormat>
  <Paragraphs>6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12</vt:i4>
      </vt:variant>
    </vt:vector>
  </HeadingPairs>
  <TitlesOfParts>
    <vt:vector size="20" baseType="lpstr">
      <vt:lpstr>Arial</vt:lpstr>
      <vt:lpstr>Calibri</vt:lpstr>
      <vt:lpstr>Helvetica</vt:lpstr>
      <vt:lpstr>Helvetica Light</vt:lpstr>
      <vt:lpstr>Helvetica Neue</vt:lpstr>
      <vt:lpstr>TUM Neue Helvetica 55 Regular</vt:lpstr>
      <vt:lpstr>Slide template (Variant 1)</vt:lpstr>
      <vt:lpstr>Slide template (Variant 2)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WNI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Psychology - Chapter 1 - Introduction to Psychology</dc:title>
  <dc:creator>Spuddy McSpare</dc:creator>
  <cp:lastModifiedBy>Microsoft Office User</cp:lastModifiedBy>
  <cp:revision>278</cp:revision>
  <cp:lastPrinted>2023-01-12T12:28:35Z</cp:lastPrinted>
  <dcterms:created xsi:type="dcterms:W3CDTF">2012-06-04T02:13:36Z</dcterms:created>
  <dcterms:modified xsi:type="dcterms:W3CDTF">2023-05-04T12:54:52Z</dcterms:modified>
</cp:coreProperties>
</file>
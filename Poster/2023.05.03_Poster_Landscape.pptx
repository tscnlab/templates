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42808525" cy="303117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ndscape" id="{7F205539-3C0C-47F2-A212-71A24694659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86" userDrawn="1">
          <p15:clr>
            <a:srgbClr val="A4A3A4"/>
          </p15:clr>
        </p15:guide>
        <p15:guide id="2" pos="13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D"/>
    <a:srgbClr val="A6A6A6"/>
    <a:srgbClr val="333333"/>
    <a:srgbClr val="808080"/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3" autoAdjust="0"/>
    <p:restoredTop sz="94651" autoAdjust="0"/>
  </p:normalViewPr>
  <p:slideViewPr>
    <p:cSldViewPr>
      <p:cViewPr varScale="1">
        <p:scale>
          <a:sx n="36" d="100"/>
          <a:sy n="36" d="100"/>
        </p:scale>
        <p:origin x="1720" y="368"/>
      </p:cViewPr>
      <p:guideLst>
        <p:guide orient="horz" pos="1486"/>
        <p:guide pos="13483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03.05.23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03.05.23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685800"/>
            <a:ext cx="4841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25026767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23944415" cy="703039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3" y="16235197"/>
            <a:ext cx="23944311" cy="22322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16481529"/>
            <a:ext cx="25026192" cy="10427069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7" y="8032618"/>
            <a:ext cx="24975370" cy="815270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1" y="7955338"/>
            <a:ext cx="18491399" cy="88321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21906994" y="8007888"/>
            <a:ext cx="18517954" cy="189260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389197" y="17265746"/>
            <a:ext cx="18430353" cy="96681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22421213" y="8323578"/>
            <a:ext cx="17491571" cy="704544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7" y="8007888"/>
            <a:ext cx="18440003" cy="76324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432916" y="15369025"/>
            <a:ext cx="17479868" cy="20990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5"/>
            <a:ext cx="18440002" cy="8016318"/>
          </a:xfrm>
          <a:noFill/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932454" y="15788842"/>
            <a:ext cx="18492493" cy="11145061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89197" y="17253591"/>
            <a:ext cx="18404892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89197" y="17994419"/>
            <a:ext cx="18404892" cy="8939484"/>
          </a:xfrm>
          <a:noFill/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25026767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23944415" cy="703039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3" y="16235197"/>
            <a:ext cx="23944311" cy="22322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16481529"/>
            <a:ext cx="25026192" cy="10427069"/>
          </a:xfrm>
        </p:spPr>
        <p:txBody>
          <a:bodyPr lIns="396000" tIns="396000" rIns="396000" bIns="540000" numCol="2" spcCol="18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7" y="8032618"/>
            <a:ext cx="24975370" cy="815270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1" y="7955338"/>
            <a:ext cx="18491399" cy="88321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21906994" y="8007888"/>
            <a:ext cx="18517954" cy="189260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389197" y="17265746"/>
            <a:ext cx="18430353" cy="96681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22421213" y="8323578"/>
            <a:ext cx="17491571" cy="704544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7" y="8007888"/>
            <a:ext cx="18440003" cy="76324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432916" y="15369025"/>
            <a:ext cx="17479868" cy="20990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5"/>
            <a:ext cx="18440002" cy="8016318"/>
          </a:xfrm>
          <a:noFill/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932454" y="15788842"/>
            <a:ext cx="18492493" cy="11145061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89197" y="17253591"/>
            <a:ext cx="18404892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89197" y="17994419"/>
            <a:ext cx="18404892" cy="8939484"/>
          </a:xfrm>
          <a:noFill/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5740" y="1172575"/>
            <a:ext cx="4441450" cy="1172575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2305346" y="1989364"/>
            <a:ext cx="31326027" cy="4459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2960288" rtl="0" eaLnBrk="1" fontAlgn="auto" latinLnBrk="0" hangingPunct="1">
              <a:lnSpc>
                <a:spcPts val="354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83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3083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2369060" y="27641593"/>
            <a:ext cx="18532925" cy="1495283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280692" tIns="306210" rIns="280692" bIns="306210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50" dirty="0"/>
              <a:t>Technische Universität München</a:t>
            </a:r>
          </a:p>
          <a:p>
            <a:r>
              <a:rPr lang="de-DE" sz="850" b="0" dirty="0"/>
              <a:t>TUM School </a:t>
            </a:r>
            <a:r>
              <a:rPr lang="de-DE" sz="850" b="0" dirty="0" err="1"/>
              <a:t>of</a:t>
            </a:r>
            <a:r>
              <a:rPr lang="de-DE" sz="850" b="0" dirty="0"/>
              <a:t> Mustertechnik</a:t>
            </a:r>
          </a:p>
          <a:p>
            <a:r>
              <a:rPr lang="de-DE" sz="850" b="0" dirty="0"/>
              <a:t>Lehrstuhl für Musterverfahren</a:t>
            </a:r>
          </a:p>
          <a:p>
            <a:endParaRPr lang="de-DE" sz="85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5347" y="7405809"/>
            <a:ext cx="36923867" cy="19232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2960288" rtl="0" eaLnBrk="1" latinLnBrk="0" hangingPunct="1">
        <a:spcBef>
          <a:spcPct val="0"/>
        </a:spcBef>
        <a:buNone/>
        <a:defRPr lang="de-DE" sz="6663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2960288" rtl="0" eaLnBrk="1" latinLnBrk="0" hangingPunct="1">
        <a:spcBef>
          <a:spcPct val="20000"/>
        </a:spcBef>
        <a:buFont typeface="Arial" pitchFamily="34" charset="0"/>
        <a:buNone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2405234" indent="-925090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370036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5180504" indent="-740072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6660648" indent="-740072" algn="l" defTabSz="2960288" rtl="0" eaLnBrk="1" latinLnBrk="0" hangingPunct="1">
        <a:spcBef>
          <a:spcPct val="20000"/>
        </a:spcBef>
        <a:buFont typeface="Arial" pitchFamily="34" charset="0"/>
        <a:buChar char="»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8140791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6pPr>
      <a:lvl7pPr marL="9620935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7pPr>
      <a:lvl8pPr marL="1110108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1223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1pPr>
      <a:lvl2pPr marL="1480144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2pPr>
      <a:lvl3pPr marL="296028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3pPr>
      <a:lvl4pPr marL="4440432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4pPr>
      <a:lvl5pPr marL="5920576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5pPr>
      <a:lvl6pPr marL="7400719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6pPr>
      <a:lvl7pPr marL="8880863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7pPr>
      <a:lvl8pPr marL="1036100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8pPr>
      <a:lvl9pPr marL="11841151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9" userDrawn="1">
          <p15:clr>
            <a:srgbClr val="F26B43"/>
          </p15:clr>
        </p15:guide>
        <p15:guide id="2" orient="horz" pos="1478" userDrawn="1">
          <p15:clr>
            <a:srgbClr val="F26B43"/>
          </p15:clr>
        </p15:guide>
        <p15:guide id="3" pos="1474" userDrawn="1">
          <p15:clr>
            <a:srgbClr val="F26B43"/>
          </p15:clr>
        </p15:guide>
        <p15:guide id="4" orient="horz" pos="2037" userDrawn="1">
          <p15:clr>
            <a:srgbClr val="F26B43"/>
          </p15:clr>
        </p15:guide>
        <p15:guide id="5" pos="25494" userDrawn="1">
          <p15:clr>
            <a:srgbClr val="F26B43"/>
          </p15:clr>
        </p15:guide>
        <p15:guide id="6" orient="horz" pos="183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030996" y="1169969"/>
            <a:ext cx="4446194" cy="1190944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2305346" y="1989364"/>
            <a:ext cx="31326027" cy="4459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2960288" rtl="0" eaLnBrk="1" fontAlgn="auto" latinLnBrk="0" hangingPunct="1">
              <a:lnSpc>
                <a:spcPts val="354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83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3083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2369060" y="27641593"/>
            <a:ext cx="18532925" cy="1495283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280692" tIns="306210" rIns="280692" bIns="306210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50" dirty="0"/>
              <a:t>Technische Universität München</a:t>
            </a:r>
          </a:p>
          <a:p>
            <a:r>
              <a:rPr lang="de-DE" sz="850" b="0" dirty="0"/>
              <a:t>TUM School </a:t>
            </a:r>
            <a:r>
              <a:rPr lang="de-DE" sz="850" b="0" dirty="0" err="1"/>
              <a:t>of</a:t>
            </a:r>
            <a:r>
              <a:rPr lang="de-DE" sz="850" b="0" dirty="0"/>
              <a:t> Mustertechnik</a:t>
            </a:r>
          </a:p>
          <a:p>
            <a:r>
              <a:rPr lang="de-DE" sz="850" b="0" dirty="0"/>
              <a:t>Lehrstuhl für Musterverfahren</a:t>
            </a:r>
          </a:p>
          <a:p>
            <a:endParaRPr lang="de-DE" sz="85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5347" y="7405809"/>
            <a:ext cx="36923867" cy="19232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2960288" rtl="0" eaLnBrk="1" latinLnBrk="0" hangingPunct="1">
        <a:spcBef>
          <a:spcPct val="0"/>
        </a:spcBef>
        <a:buNone/>
        <a:defRPr lang="de-DE" sz="6663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2960288" rtl="0" eaLnBrk="1" latinLnBrk="0" hangingPunct="1">
        <a:spcBef>
          <a:spcPct val="20000"/>
        </a:spcBef>
        <a:buFont typeface="Arial" pitchFamily="34" charset="0"/>
        <a:buNone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2405234" indent="-925090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370036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5180504" indent="-740072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6660648" indent="-740072" algn="l" defTabSz="2960288" rtl="0" eaLnBrk="1" latinLnBrk="0" hangingPunct="1">
        <a:spcBef>
          <a:spcPct val="20000"/>
        </a:spcBef>
        <a:buFont typeface="Arial" pitchFamily="34" charset="0"/>
        <a:buChar char="»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8140791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6pPr>
      <a:lvl7pPr marL="9620935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7pPr>
      <a:lvl8pPr marL="1110108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1223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1pPr>
      <a:lvl2pPr marL="1480144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2pPr>
      <a:lvl3pPr marL="296028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3pPr>
      <a:lvl4pPr marL="4440432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4pPr>
      <a:lvl5pPr marL="5920576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5pPr>
      <a:lvl6pPr marL="7400719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6pPr>
      <a:lvl7pPr marL="8880863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7pPr>
      <a:lvl8pPr marL="1036100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8pPr>
      <a:lvl9pPr marL="11841151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9" userDrawn="1">
          <p15:clr>
            <a:srgbClr val="F26B43"/>
          </p15:clr>
        </p15:guide>
        <p15:guide id="2" orient="horz" pos="1478" userDrawn="1">
          <p15:clr>
            <a:srgbClr val="F26B43"/>
          </p15:clr>
        </p15:guide>
        <p15:guide id="3" pos="1474" userDrawn="1">
          <p15:clr>
            <a:srgbClr val="F26B43"/>
          </p15:clr>
        </p15:guide>
        <p15:guide id="4" orient="horz" pos="2037" userDrawn="1">
          <p15:clr>
            <a:srgbClr val="F26B43"/>
          </p15:clr>
        </p15:guide>
        <p15:guide id="5" pos="25494" userDrawn="1">
          <p15:clr>
            <a:srgbClr val="F26B43"/>
          </p15:clr>
        </p15:guide>
        <p15:guide id="6" orient="horz" pos="18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tscnlab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platzhalter 4">
            <a:extLst>
              <a:ext uri="{FF2B5EF4-FFF2-40B4-BE49-F238E27FC236}">
                <a16:creationId xmlns:a16="http://schemas.microsoft.com/office/drawing/2014/main" id="{DD0F7F46-C18B-1F19-4653-13E8ED35EB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4535" y="1124432"/>
            <a:ext cx="22702072" cy="3024335"/>
          </a:xfrm>
        </p:spPr>
        <p:txBody>
          <a:bodyPr>
            <a:normAutofit/>
          </a:bodyPr>
          <a:lstStyle/>
          <a:p>
            <a:r>
              <a:rPr lang="de-DE" dirty="0"/>
              <a:t>Title</a:t>
            </a:r>
          </a:p>
          <a:p>
            <a:r>
              <a:rPr lang="de-DE" dirty="0"/>
              <a:t>Title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line</a:t>
            </a:r>
            <a:endParaRPr lang="de-DE" dirty="0"/>
          </a:p>
        </p:txBody>
      </p:sp>
      <p:sp>
        <p:nvSpPr>
          <p:cNvPr id="78" name="Textplatzhalter 5">
            <a:extLst>
              <a:ext uri="{FF2B5EF4-FFF2-40B4-BE49-F238E27FC236}">
                <a16:creationId xmlns:a16="http://schemas.microsoft.com/office/drawing/2014/main" id="{EF3F7526-24D2-3208-59F1-D28674106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535" y="4415115"/>
            <a:ext cx="26966234" cy="1576659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333333"/>
                </a:solidFill>
              </a:rPr>
              <a:t>Author</a:t>
            </a:r>
            <a:r>
              <a:rPr lang="en-GB" baseline="30000" dirty="0">
                <a:solidFill>
                  <a:srgbClr val="333333"/>
                </a:solidFill>
              </a:rPr>
              <a:t>1, *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2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3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4</a:t>
            </a:r>
            <a:endParaRPr lang="en-GB" dirty="0">
              <a:solidFill>
                <a:srgbClr val="333333"/>
              </a:solidFill>
            </a:endParaRPr>
          </a:p>
          <a:p>
            <a:r>
              <a:rPr lang="en-GB" dirty="0">
                <a:solidFill>
                  <a:srgbClr val="333333"/>
                </a:solidFill>
              </a:rPr>
              <a:t>Author second line</a:t>
            </a:r>
          </a:p>
        </p:txBody>
      </p:sp>
      <p:sp>
        <p:nvSpPr>
          <p:cNvPr id="79" name="Textplatzhalter 6">
            <a:extLst>
              <a:ext uri="{FF2B5EF4-FFF2-40B4-BE49-F238E27FC236}">
                <a16:creationId xmlns:a16="http://schemas.microsoft.com/office/drawing/2014/main" id="{AB4987C4-69ED-8F88-C67F-AEBFECEA48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9725" y="6261334"/>
            <a:ext cx="28113631" cy="1333688"/>
          </a:xfrm>
        </p:spPr>
        <p:txBody>
          <a:bodyPr>
            <a:normAutofit/>
          </a:bodyPr>
          <a:lstStyle/>
          <a:p>
            <a:r>
              <a:rPr lang="en-GB" baseline="30000" dirty="0">
                <a:solidFill>
                  <a:srgbClr val="808080"/>
                </a:solidFill>
              </a:rPr>
              <a:t>1</a:t>
            </a:r>
            <a:r>
              <a:rPr lang="en-GB" dirty="0">
                <a:solidFill>
                  <a:srgbClr val="808080"/>
                </a:solidFill>
              </a:rPr>
              <a:t>Institution 1, </a:t>
            </a:r>
            <a:r>
              <a:rPr lang="en-GB" baseline="30000" dirty="0">
                <a:solidFill>
                  <a:srgbClr val="808080"/>
                </a:solidFill>
              </a:rPr>
              <a:t>2</a:t>
            </a:r>
            <a:r>
              <a:rPr lang="en-GB" dirty="0">
                <a:solidFill>
                  <a:srgbClr val="808080"/>
                </a:solidFill>
              </a:rPr>
              <a:t>Institution 2, </a:t>
            </a:r>
            <a:r>
              <a:rPr lang="en-GB" baseline="30000" dirty="0">
                <a:solidFill>
                  <a:srgbClr val="808080"/>
                </a:solidFill>
              </a:rPr>
              <a:t>3</a:t>
            </a:r>
            <a:r>
              <a:rPr lang="en-GB" dirty="0">
                <a:solidFill>
                  <a:srgbClr val="808080"/>
                </a:solidFill>
              </a:rPr>
              <a:t>Institution, </a:t>
            </a:r>
            <a:r>
              <a:rPr lang="en-GB" baseline="30000" dirty="0">
                <a:solidFill>
                  <a:srgbClr val="808080"/>
                </a:solidFill>
              </a:rPr>
              <a:t>4</a:t>
            </a:r>
            <a:r>
              <a:rPr lang="en-GB" dirty="0">
                <a:solidFill>
                  <a:srgbClr val="808080"/>
                </a:solidFill>
              </a:rPr>
              <a:t>Institution 4</a:t>
            </a:r>
          </a:p>
          <a:p>
            <a:r>
              <a:rPr lang="en-GB" dirty="0">
                <a:solidFill>
                  <a:srgbClr val="808080"/>
                </a:solidFill>
              </a:rPr>
              <a:t>Institution second line</a:t>
            </a:r>
            <a:endParaRPr lang="de-DE" dirty="0">
              <a:solidFill>
                <a:srgbClr val="808080"/>
              </a:solidFill>
            </a:endParaRPr>
          </a:p>
        </p:txBody>
      </p:sp>
      <p:sp>
        <p:nvSpPr>
          <p:cNvPr id="80" name="Textplatzhalter 7">
            <a:extLst>
              <a:ext uri="{FF2B5EF4-FFF2-40B4-BE49-F238E27FC236}">
                <a16:creationId xmlns:a16="http://schemas.microsoft.com/office/drawing/2014/main" id="{F4889A3E-4D21-05E7-8187-211811478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332" y="8010437"/>
            <a:ext cx="13404985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sz="4400" dirty="0">
                <a:solidFill>
                  <a:sysClr val="windowText" lastClr="000000"/>
                </a:solidFill>
              </a:rPr>
              <a:t>Background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82" name="Textplatzhalter 13">
            <a:extLst>
              <a:ext uri="{FF2B5EF4-FFF2-40B4-BE49-F238E27FC236}">
                <a16:creationId xmlns:a16="http://schemas.microsoft.com/office/drawing/2014/main" id="{1FA7B876-1298-D6E9-A5A1-D6E5BC97D8A8}"/>
              </a:ext>
            </a:extLst>
          </p:cNvPr>
          <p:cNvSpPr txBox="1">
            <a:spLocks/>
          </p:cNvSpPr>
          <p:nvPr/>
        </p:nvSpPr>
        <p:spPr>
          <a:xfrm>
            <a:off x="14931883" y="9134825"/>
            <a:ext cx="13079528" cy="16509885"/>
          </a:xfrm>
          <a:prstGeom prst="rect">
            <a:avLst/>
          </a:prstGeom>
        </p:spPr>
        <p:txBody>
          <a:bodyPr vert="horz" lIns="396000" tIns="396000" rIns="396000" bIns="540000" rtlCol="0">
            <a:norm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1772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85" name="Textplatzhalter 16">
            <a:extLst>
              <a:ext uri="{FF2B5EF4-FFF2-40B4-BE49-F238E27FC236}">
                <a16:creationId xmlns:a16="http://schemas.microsoft.com/office/drawing/2014/main" id="{6862366D-CAA9-1E74-4698-6F487F6DEC34}"/>
              </a:ext>
            </a:extLst>
          </p:cNvPr>
          <p:cNvSpPr txBox="1">
            <a:spLocks/>
          </p:cNvSpPr>
          <p:nvPr/>
        </p:nvSpPr>
        <p:spPr>
          <a:xfrm>
            <a:off x="28753616" y="26274058"/>
            <a:ext cx="13128528" cy="7898133"/>
          </a:xfrm>
          <a:prstGeom prst="rect">
            <a:avLst/>
          </a:prstGeom>
        </p:spPr>
        <p:txBody>
          <a:bodyPr vert="horz" lIns="396000" tIns="396000" rIns="396000" bIns="540000" rtlCol="0">
            <a:norm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1772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…</a:t>
            </a:r>
            <a:endParaRPr lang="de-DE" dirty="0"/>
          </a:p>
        </p:txBody>
      </p:sp>
      <p:sp>
        <p:nvSpPr>
          <p:cNvPr id="88" name="Textplatzhalter 19">
            <a:extLst>
              <a:ext uri="{FF2B5EF4-FFF2-40B4-BE49-F238E27FC236}">
                <a16:creationId xmlns:a16="http://schemas.microsoft.com/office/drawing/2014/main" id="{4BE570D1-96BB-0DDB-E4B9-ADD60B4EF04B}"/>
              </a:ext>
            </a:extLst>
          </p:cNvPr>
          <p:cNvSpPr txBox="1">
            <a:spLocks/>
          </p:cNvSpPr>
          <p:nvPr/>
        </p:nvSpPr>
        <p:spPr>
          <a:xfrm>
            <a:off x="14919888" y="8010437"/>
            <a:ext cx="13128529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Analysis &amp; Results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87439DA-3E49-141D-961D-56FBC995CAFE}"/>
              </a:ext>
            </a:extLst>
          </p:cNvPr>
          <p:cNvSpPr/>
          <p:nvPr/>
        </p:nvSpPr>
        <p:spPr>
          <a:xfrm>
            <a:off x="14919890" y="8010437"/>
            <a:ext cx="13128529" cy="1763427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71119BF-E5E0-A703-F9EE-A808993C2591}"/>
              </a:ext>
            </a:extLst>
          </p:cNvPr>
          <p:cNvSpPr/>
          <p:nvPr/>
        </p:nvSpPr>
        <p:spPr>
          <a:xfrm>
            <a:off x="821332" y="8010437"/>
            <a:ext cx="13404985" cy="844826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86" name="Textplatzhalter 17">
            <a:extLst>
              <a:ext uri="{FF2B5EF4-FFF2-40B4-BE49-F238E27FC236}">
                <a16:creationId xmlns:a16="http://schemas.microsoft.com/office/drawing/2014/main" id="{0423735B-A9F7-F63E-CC6A-86DBA46D36F4}"/>
              </a:ext>
            </a:extLst>
          </p:cNvPr>
          <p:cNvSpPr txBox="1">
            <a:spLocks/>
          </p:cNvSpPr>
          <p:nvPr/>
        </p:nvSpPr>
        <p:spPr>
          <a:xfrm>
            <a:off x="787532" y="17196448"/>
            <a:ext cx="13404986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Methods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48BADF0-3C2A-9AD0-2207-7B35817925FD}"/>
              </a:ext>
            </a:extLst>
          </p:cNvPr>
          <p:cNvSpPr/>
          <p:nvPr/>
        </p:nvSpPr>
        <p:spPr>
          <a:xfrm>
            <a:off x="787532" y="17196448"/>
            <a:ext cx="13404986" cy="8448261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B4F537-5EF2-160D-3387-3285F9DA14E9}"/>
              </a:ext>
            </a:extLst>
          </p:cNvPr>
          <p:cNvSpPr txBox="1"/>
          <p:nvPr/>
        </p:nvSpPr>
        <p:spPr>
          <a:xfrm>
            <a:off x="792134" y="26497522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References</a:t>
            </a:r>
            <a:br>
              <a:rPr lang="en-GB" sz="3600" b="1" dirty="0">
                <a:latin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</a:rPr>
              <a:t>Insert here</a:t>
            </a:r>
            <a:endParaRPr lang="en-GB" sz="2800" b="1" dirty="0">
              <a:latin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CA8528-25C5-1950-3375-4230E927337B}"/>
              </a:ext>
            </a:extLst>
          </p:cNvPr>
          <p:cNvSpPr txBox="1"/>
          <p:nvPr/>
        </p:nvSpPr>
        <p:spPr>
          <a:xfrm>
            <a:off x="14885858" y="26323486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Funding &amp; Acknowledgements</a:t>
            </a:r>
          </a:p>
          <a:p>
            <a:r>
              <a:rPr lang="en-GB" sz="2800" dirty="0">
                <a:latin typeface="Arial" panose="020B0604020202020204" pitchFamily="34" charset="0"/>
              </a:rPr>
              <a:t>Insert here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11E5362-9DD1-6F42-E3E6-B767613C9533}"/>
              </a:ext>
            </a:extLst>
          </p:cNvPr>
          <p:cNvSpPr txBox="1"/>
          <p:nvPr/>
        </p:nvSpPr>
        <p:spPr>
          <a:xfrm>
            <a:off x="28734095" y="26202642"/>
            <a:ext cx="828506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Contact</a:t>
            </a:r>
            <a:endParaRPr lang="en-GB" sz="2800" b="1" dirty="0">
              <a:latin typeface="Arial" panose="020B0604020202020204" pitchFamily="34" charset="0"/>
            </a:endParaRPr>
          </a:p>
          <a:p>
            <a:r>
              <a:rPr lang="en-GB" sz="2800" dirty="0" err="1">
                <a:latin typeface="Arial" panose="020B0604020202020204" pitchFamily="34" charset="0"/>
              </a:rPr>
              <a:t>first.name@tum.de</a:t>
            </a:r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</a:rPr>
              <a:t>ORCID</a:t>
            </a:r>
          </a:p>
          <a:p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https://tscnlab.org/</a:t>
            </a:r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9" name="Picture 98" descr="Shape&#10;&#10;Description automatically generated with low confidence">
            <a:extLst>
              <a:ext uri="{FF2B5EF4-FFF2-40B4-BE49-F238E27FC236}">
                <a16:creationId xmlns:a16="http://schemas.microsoft.com/office/drawing/2014/main" id="{8B63CD29-E542-C52E-8B15-1034042EF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319" y="26323486"/>
            <a:ext cx="2369880" cy="2369880"/>
          </a:xfrm>
          <a:prstGeom prst="rect">
            <a:avLst/>
          </a:prstGeom>
        </p:spPr>
      </p:pic>
      <p:pic>
        <p:nvPicPr>
          <p:cNvPr id="100" name="Picture Placeholder 38">
            <a:extLst>
              <a:ext uri="{FF2B5EF4-FFF2-40B4-BE49-F238E27FC236}">
                <a16:creationId xmlns:a16="http://schemas.microsoft.com/office/drawing/2014/main" id="{AD40E7E4-C9C2-CCA7-A9D4-73CB55E3CF8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-162"/>
          <a:stretch/>
        </p:blipFill>
        <p:spPr>
          <a:xfrm>
            <a:off x="25678256" y="1213808"/>
            <a:ext cx="9119494" cy="1818168"/>
          </a:xfr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7B45A36E-90F8-862B-68B8-33F9C226CC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00065" y="1281611"/>
            <a:ext cx="2480710" cy="1555281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F1E81970-D091-E506-4A0A-842B70DEAE5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35661846" y="1281611"/>
            <a:ext cx="1768321" cy="1555282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72130302-FBC5-D44C-2E3E-C7AD8EF97F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37283612" y="1281611"/>
            <a:ext cx="1762610" cy="1555282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19D9474A-5F0B-9C46-0D12-38A2774CBB68}"/>
              </a:ext>
            </a:extLst>
          </p:cNvPr>
          <p:cNvSpPr/>
          <p:nvPr/>
        </p:nvSpPr>
        <p:spPr>
          <a:xfrm>
            <a:off x="34274737" y="3574641"/>
            <a:ext cx="7906038" cy="194039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chemeClr val="bg1">
                    <a:lumMod val="65000"/>
                  </a:schemeClr>
                </a:solidFill>
              </a:rPr>
              <a:t>Space for collaborator logos (please delete)</a:t>
            </a:r>
          </a:p>
        </p:txBody>
      </p:sp>
      <p:sp>
        <p:nvSpPr>
          <p:cNvPr id="115" name="Textplatzhalter 7">
            <a:extLst>
              <a:ext uri="{FF2B5EF4-FFF2-40B4-BE49-F238E27FC236}">
                <a16:creationId xmlns:a16="http://schemas.microsoft.com/office/drawing/2014/main" id="{E17AF0E7-731F-5ADE-D5ED-58A825C3A642}"/>
              </a:ext>
            </a:extLst>
          </p:cNvPr>
          <p:cNvSpPr txBox="1">
            <a:spLocks/>
          </p:cNvSpPr>
          <p:nvPr/>
        </p:nvSpPr>
        <p:spPr>
          <a:xfrm>
            <a:off x="28809589" y="8034758"/>
            <a:ext cx="13404985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Plot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D15BB1E-E9BF-D8BC-2DBD-ED237EE77AC6}"/>
              </a:ext>
            </a:extLst>
          </p:cNvPr>
          <p:cNvSpPr/>
          <p:nvPr/>
        </p:nvSpPr>
        <p:spPr>
          <a:xfrm>
            <a:off x="28809589" y="8034758"/>
            <a:ext cx="13404985" cy="844826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17" name="Textplatzhalter 17">
            <a:extLst>
              <a:ext uri="{FF2B5EF4-FFF2-40B4-BE49-F238E27FC236}">
                <a16:creationId xmlns:a16="http://schemas.microsoft.com/office/drawing/2014/main" id="{C1A97372-314A-9354-5D77-1DD90A42BA0C}"/>
              </a:ext>
            </a:extLst>
          </p:cNvPr>
          <p:cNvSpPr txBox="1">
            <a:spLocks/>
          </p:cNvSpPr>
          <p:nvPr/>
        </p:nvSpPr>
        <p:spPr>
          <a:xfrm>
            <a:off x="28775789" y="17220769"/>
            <a:ext cx="13404986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Conclusion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120CE84-8D41-14FE-D362-399F8B124A2F}"/>
              </a:ext>
            </a:extLst>
          </p:cNvPr>
          <p:cNvSpPr/>
          <p:nvPr/>
        </p:nvSpPr>
        <p:spPr>
          <a:xfrm>
            <a:off x="28775789" y="17220769"/>
            <a:ext cx="13404986" cy="8448261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1C9D5C76-FD33-4404-BCBC-43D798996ACD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DFE3EB27-A25E-4D20-8F33-393031949FDE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weißer Hintergrund</Template>
  <TotalTime>23</TotalTime>
  <Words>69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weißer Hintergrund</vt:lpstr>
      <vt:lpstr>blauer Hintergrund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Spitschan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Microsoft Office User</cp:lastModifiedBy>
  <cp:revision>30</cp:revision>
  <dcterms:created xsi:type="dcterms:W3CDTF">2023-04-28T12:04:46Z</dcterms:created>
  <dcterms:modified xsi:type="dcterms:W3CDTF">2023-05-03T08:43:22Z</dcterms:modified>
</cp:coreProperties>
</file>
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9" r:id="rId1"/>
    <p:sldMasterId id="2147483937" r:id="rId2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iant 1" id="{26E731A6-90F2-AA46-B9F0-278C949BD4F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Variant 2" id="{DD0467AF-370A-D345-9219-89A4FF52112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D38"/>
    <a:srgbClr val="FFFFFF"/>
    <a:srgbClr val="005293"/>
    <a:srgbClr val="D0D8E8"/>
    <a:srgbClr val="306E93"/>
    <a:srgbClr val="6CB255"/>
    <a:srgbClr val="E5D419"/>
    <a:srgbClr val="212F62"/>
    <a:srgbClr val="72A510"/>
    <a:srgbClr val="A4E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10" autoAdjust="0"/>
    <p:restoredTop sz="94801" autoAdjust="0"/>
  </p:normalViewPr>
  <p:slideViewPr>
    <p:cSldViewPr snapToGrid="0" snapToObjects="1">
      <p:cViewPr varScale="1">
        <p:scale>
          <a:sx n="109" d="100"/>
          <a:sy n="109" d="100"/>
        </p:scale>
        <p:origin x="216" y="5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D041A-73BB-E643-A8C7-50D88C2F22F5}" type="datetimeFigureOut">
              <a:rPr lang="en-US" smtClean="0">
                <a:latin typeface="Arial" panose="020B0604020202020204" pitchFamily="34" charset="0"/>
              </a:rPr>
              <a:t>6/7/24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EFEC5-3018-A548-B247-453C6EC1EC1A}" type="slidenum">
              <a:rPr lang="en-US" smtClean="0">
                <a:latin typeface="Arial" panose="020B0604020202020204" pitchFamily="34" charset="0"/>
              </a:rPr>
              <a:t>‹Nr.›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057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DF9DF7B-F6DF-4040-BF00-4447D75AE71E}" type="datetimeFigureOut">
              <a:rPr lang="en-US" smtClean="0"/>
              <a:pPr/>
              <a:t>6/7/24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32FD5EBD-D990-46C8-82F6-3EB4E763E3D0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1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8.emf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8.emf"/><Relationship Id="rId7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Variant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E2D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221998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(Variant 2)" preserve="1" userDrawn="1">
  <p:cSld name="fewiknfewkfw"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419E6D-792C-A294-2683-62B5DDD19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4" name="Google Shape;24;p4"/>
          <p:cNvCxnSpPr>
            <a:cxnSpLocks/>
          </p:cNvCxnSpPr>
          <p:nvPr/>
        </p:nvCxnSpPr>
        <p:spPr>
          <a:xfrm>
            <a:off x="3932481" y="1505165"/>
            <a:ext cx="0" cy="3703899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Picture Placeholder 38">
            <a:extLst>
              <a:ext uri="{FF2B5EF4-FFF2-40B4-BE49-F238E27FC236}">
                <a16:creationId xmlns:a16="http://schemas.microsoft.com/office/drawing/2014/main" id="{79C63365-FF4F-9CE1-4D8D-35CF8A436F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1" r="-224"/>
          <a:stretch/>
        </p:blipFill>
        <p:spPr>
          <a:xfrm>
            <a:off x="287847" y="3596690"/>
            <a:ext cx="3428575" cy="8626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F06C64B-0747-1E3C-2F6F-023166FCC9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03842" y="2772613"/>
            <a:ext cx="8031731" cy="137415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E2D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C1C11967-B9EF-8DFC-1D07-D3C98B4B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68" y="1519073"/>
            <a:ext cx="8031731" cy="110862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A97C8E-5DDF-1A84-41CE-EAEE753B7F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03843" y="4455981"/>
            <a:ext cx="8031730" cy="75308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3C8477-FEFA-99DC-C8C9-EC963E0CA7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87" y="1535824"/>
            <a:ext cx="1734093" cy="173409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E0C42B3-B413-1928-D6C8-31E6ACDBB29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2030" y="4661882"/>
            <a:ext cx="844157" cy="5292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5638AA9-76D3-4551-92BC-4BF19C20FA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440438" y="4661882"/>
            <a:ext cx="601738" cy="52924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DE906CD-9AEB-E21D-75F9-4501493706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979112" y="4661882"/>
            <a:ext cx="599795" cy="5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2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" preserve="1">
  <p:cSld name="Section separato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D1EB2D-02D0-0618-85D9-FE1D3382A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Google Shape;67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rgbClr val="0E2D3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051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00" y="1172150"/>
            <a:ext cx="11880000" cy="4932559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E2D38"/>
                </a:solidFill>
              </a:defRPr>
            </a:lvl1pPr>
            <a:lvl2pPr>
              <a:defRPr sz="2400">
                <a:solidFill>
                  <a:srgbClr val="0E2D38"/>
                </a:solidFill>
              </a:defRPr>
            </a:lvl2pPr>
            <a:lvl3pPr>
              <a:defRPr sz="2000">
                <a:solidFill>
                  <a:srgbClr val="0E2D38"/>
                </a:solidFill>
              </a:defRPr>
            </a:lvl3pPr>
            <a:lvl4pPr>
              <a:defRPr sz="1800">
                <a:solidFill>
                  <a:srgbClr val="0E2D38"/>
                </a:solidFill>
              </a:defRPr>
            </a:lvl4pPr>
            <a:lvl5pPr>
              <a:defRPr sz="1800">
                <a:solidFill>
                  <a:srgbClr val="0E2D38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1A7E1-5264-7F90-1485-99D2C93E40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‹Nr.›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AA9EC-4E9A-B538-D5DD-3217C6C388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755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1172151"/>
            <a:ext cx="5682825" cy="49429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1172150"/>
            <a:ext cx="5686422" cy="49429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B8D81-A910-D785-4C0C-365DDA4A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96282" y="6225115"/>
            <a:ext cx="14364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‹Nr.›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40B2A3-AEE6-BC60-2B01-4890D3CE70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4873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473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32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7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 + Twitter)" preserve="1" userDrawn="1">
  <p:cSld name="Acknowledgments, Mail/GH/Tw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71585" y="6318997"/>
            <a:ext cx="408600" cy="3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55F42B-5D4D-06C9-BCF0-324CE2951D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5146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8435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1435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9150A8-A6A7-D848-2DEF-2A552A77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sldNum" idx="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3BF01AD4-1839-794E-BD90-91AB590172A7}" type="slidenum">
              <a:rPr lang="en-DE" smtClean="0"/>
              <a:pPr/>
              <a:t>‹Nr.›</a:t>
            </a:fld>
            <a:endParaRPr lang="en" dirty="0"/>
          </a:p>
        </p:txBody>
      </p:sp>
      <p:pic>
        <p:nvPicPr>
          <p:cNvPr id="64" name="Google Shape;64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27FFAE-CDC4-C5E3-ACA9-B1B660F21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58211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E2D3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E2D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4061247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(Variant 2)" preserve="1" userDrawn="1">
  <p:cSld name="Dark Title (side)"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419E6D-792C-A294-2683-62B5DDD19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24" name="Google Shape;24;p4"/>
          <p:cNvCxnSpPr>
            <a:cxnSpLocks/>
          </p:cNvCxnSpPr>
          <p:nvPr/>
        </p:nvCxnSpPr>
        <p:spPr>
          <a:xfrm>
            <a:off x="3932481" y="1505165"/>
            <a:ext cx="0" cy="3703899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F06C64B-0747-1E3C-2F6F-023166FCC9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03842" y="2772613"/>
            <a:ext cx="8031731" cy="1374157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C1C11967-B9EF-8DFC-1D07-D3C98B4B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68" y="1519073"/>
            <a:ext cx="8031731" cy="1108624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A97C8E-5DDF-1A84-41CE-EAEE753B7F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03843" y="4455981"/>
            <a:ext cx="8031730" cy="75308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  <p:pic>
        <p:nvPicPr>
          <p:cNvPr id="2" name="Picture Placeholder 38">
            <a:extLst>
              <a:ext uri="{FF2B5EF4-FFF2-40B4-BE49-F238E27FC236}">
                <a16:creationId xmlns:a16="http://schemas.microsoft.com/office/drawing/2014/main" id="{7E240C5D-9FA5-DED5-F5F9-4AC706C11C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1" r="-224"/>
          <a:stretch/>
        </p:blipFill>
        <p:spPr>
          <a:xfrm>
            <a:off x="287847" y="3596690"/>
            <a:ext cx="3428575" cy="8626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D4F44C-80EE-79AD-650B-2F7CD008C1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87" y="1535824"/>
            <a:ext cx="1734093" cy="17340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B71DE36-93C2-EDB1-2730-01AD0D7B754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2030" y="4661882"/>
            <a:ext cx="844157" cy="52924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B37C6A0-8A92-0418-6A5F-911DE162D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440438" y="4661882"/>
            <a:ext cx="601738" cy="52924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E1D06B6-A071-9056-85E4-BEB15BCFC4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979112" y="4661882"/>
            <a:ext cx="599795" cy="5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08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separator" preserve="1">
  <p:cSld name="TITLE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D00BC-3D57-EDF1-5A7C-9E84FDAA4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Google Shape;67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rgbClr val="0E2D38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611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00" y="1164336"/>
            <a:ext cx="11880000" cy="494037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B889C71-D37B-E007-AF76-0066DE5AF1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13234-B904-AA1D-6FDE-7C8C73A7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‹Nr.›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33962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1158240"/>
            <a:ext cx="5682825" cy="495681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1158240"/>
            <a:ext cx="5686422" cy="495681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2AEAE4-E5C0-8E62-1E70-C1816BF7B7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1013" y="6225115"/>
            <a:ext cx="3549650" cy="36512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5ABD0-8DAF-DE2A-C821-0F470C99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‹Nr.›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4875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9724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922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456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 + Twitter)" preserve="1" userDrawn="1">
  <p:cSld name="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43973C-9245-EAF0-AC58-A16A47890E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71993" y="6285589"/>
            <a:ext cx="414529" cy="4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71585" y="6318997"/>
            <a:ext cx="408600" cy="3361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55F42B-5D4D-06C9-BCF0-324CE2951D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5146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01629C1-0A84-0479-0506-5F80A7013C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49175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 + GitHub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1C9378-B3C2-3490-B694-78DF69383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0"/>
          <p:cNvPicPr preferRelativeResize="0"/>
          <p:nvPr/>
        </p:nvPicPr>
        <p:blipFill rotWithShape="1">
          <a:blip r:embed="rId3">
            <a:alphaModFix/>
            <a:biLevel thresh="75000"/>
          </a:blip>
          <a:srcRect/>
          <a:stretch/>
        </p:blipFill>
        <p:spPr>
          <a:xfrm>
            <a:off x="3071993" y="6282750"/>
            <a:ext cx="414529" cy="414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10C2267-198C-B65E-1588-1D8ADC032B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0472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BB4A897-33F0-001A-94D7-0DAB9D90E6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50270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knowledgments (Email)" preserve="1" userDrawn="1">
  <p:cSld name="1_Dark Referen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627619-3344-185B-7E1C-2B46F09DC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7" name="Google Shape;57;p10"/>
          <p:cNvCxnSpPr/>
          <p:nvPr/>
        </p:nvCxnSpPr>
        <p:spPr>
          <a:xfrm>
            <a:off x="3716421" y="2608481"/>
            <a:ext cx="0" cy="1600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4" name="Google Shape;64;p10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2659" y="6282751"/>
            <a:ext cx="414528" cy="4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631C45D-A4AF-1223-E180-EB9E96FA2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813" y="1289050"/>
            <a:ext cx="3206750" cy="40243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9473F-31A1-DA1A-1446-8C54C99F56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2294" y="1289050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B34C56E-9BDB-F5E2-1AD6-4C9ACB81D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0759" y="6295340"/>
            <a:ext cx="2302323" cy="408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en-DE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5540357-5332-D5D8-7379-56AD173E43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82293" y="3310572"/>
            <a:ext cx="6911975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726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sv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>
            <a:off x="0" y="1"/>
            <a:ext cx="12192000" cy="100699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79363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1129438"/>
            <a:ext cx="11880000" cy="49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pic>
        <p:nvPicPr>
          <p:cNvPr id="8" name="Picture Placeholder 38">
            <a:extLst>
              <a:ext uri="{FF2B5EF4-FFF2-40B4-BE49-F238E27FC236}">
                <a16:creationId xmlns:a16="http://schemas.microsoft.com/office/drawing/2014/main" id="{6C5153D8-994A-9B62-15B4-8947E5C60D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49" t="-16744" r="-6480" b="-29367"/>
          <a:stretch/>
        </p:blipFill>
        <p:spPr>
          <a:xfrm>
            <a:off x="105877" y="6225116"/>
            <a:ext cx="1805988" cy="45697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7D08E24-258B-A058-315A-69B21A80CFDA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68014" y="6289144"/>
            <a:ext cx="426729" cy="26753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0003E41-C03E-3D2F-9DF2-49C04C1DA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-1" r="81934" b="-1"/>
          <a:stretch/>
        </p:blipFill>
        <p:spPr>
          <a:xfrm>
            <a:off x="1873365" y="6289144"/>
            <a:ext cx="304184" cy="26753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FD8F14A-38B4-3140-D793-A47B962E0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81992"/>
          <a:stretch/>
        </p:blipFill>
        <p:spPr>
          <a:xfrm>
            <a:off x="2152339" y="6289144"/>
            <a:ext cx="303202" cy="2675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62B750-98ED-7B87-DBEE-F6F52F086B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18F7C-863F-D94E-1089-98A7B625D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6282" y="6225115"/>
            <a:ext cx="14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E2D38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498EEE73-6CBB-5A43-915D-6D3EC7AE1E7C}" type="slidenum">
              <a:rPr lang="en-DE" smtClean="0"/>
              <a:pPr/>
              <a:t>‹Nr.›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8199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44" r:id="rId2"/>
    <p:sldLayoutId id="2147483945" r:id="rId3"/>
    <p:sldLayoutId id="2147483931" r:id="rId4"/>
    <p:sldLayoutId id="2147483933" r:id="rId5"/>
    <p:sldLayoutId id="2147483934" r:id="rId6"/>
    <p:sldLayoutId id="2147483935" r:id="rId7"/>
    <p:sldLayoutId id="2147483936" r:id="rId8"/>
    <p:sldLayoutId id="2147483946" r:id="rId9"/>
    <p:sldLayoutId id="2147483947" r:id="rId10"/>
    <p:sldLayoutId id="214748394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rgbClr val="0E2D3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80" b="12568"/>
          <a:stretch/>
        </p:blipFill>
        <p:spPr>
          <a:xfrm>
            <a:off x="0" y="0"/>
            <a:ext cx="12192000" cy="100699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79363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1136466"/>
            <a:ext cx="11880000" cy="496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E619C9-9BF0-7194-64C6-7284C6F71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61" b="6487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  <p:pic>
        <p:nvPicPr>
          <p:cNvPr id="6" name="Picture Placeholder 38">
            <a:extLst>
              <a:ext uri="{FF2B5EF4-FFF2-40B4-BE49-F238E27FC236}">
                <a16:creationId xmlns:a16="http://schemas.microsoft.com/office/drawing/2014/main" id="{52004F97-A4A0-4DFF-4DF3-54E888816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81" t="-16971" r="-6482" b="-29369"/>
          <a:stretch/>
        </p:blipFill>
        <p:spPr>
          <a:xfrm>
            <a:off x="125127" y="6224400"/>
            <a:ext cx="1786738" cy="45769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BEAA4BE-4B8F-3EB6-6587-46177D9B4816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68014" y="6289144"/>
            <a:ext cx="426729" cy="26753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8BA9CCA-EF0A-3373-8013-3B977D06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-1" r="81934" b="-1"/>
          <a:stretch/>
        </p:blipFill>
        <p:spPr>
          <a:xfrm>
            <a:off x="1873365" y="6289144"/>
            <a:ext cx="304184" cy="26753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81AD36-35A0-1697-5C70-8FF530130E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81992"/>
          <a:stretch/>
        </p:blipFill>
        <p:spPr>
          <a:xfrm>
            <a:off x="2152339" y="6289144"/>
            <a:ext cx="303202" cy="267538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98263F2-1280-2089-7A70-49ACF7168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4800" y="6224400"/>
            <a:ext cx="14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E2D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0D6744-4E72-634D-83C3-20CC96599462}" type="slidenum">
              <a:rPr lang="en-DE" smtClean="0"/>
              <a:pPr/>
              <a:t>‹Nr.›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7005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49" r:id="rId2"/>
    <p:sldLayoutId id="2147483950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51" r:id="rId9"/>
    <p:sldLayoutId id="2147483952" r:id="rId10"/>
    <p:sldLayoutId id="214748395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E2D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5D7F5A3-7376-A50B-B725-4CC8C79B1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A5850E-4B33-CDD6-8F50-8DD66D5C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A9990-AB29-DB7D-5B92-C2B2F9A9DD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129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052F20D-3418-1113-EF22-C59394D7A7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0C2A5-28D5-FC0C-D0BE-BEB58AB5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3DC08-D1D5-CEE0-39FF-AA82F354A0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8306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FEA7-6DBD-C3A7-D771-71055686A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55F72-6E2C-554E-C295-22C9057D0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542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8630B1-2C31-2121-4DE1-1878CFC0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6DDCD9-343A-7038-D740-8FBA064B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78332-38BF-76A2-8FEA-955969B16A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4</a:t>
            </a:fld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86A2D-78F3-73B2-1386-CF432F539C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615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2A12-66EC-7C11-258C-7E3BA9DC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EFE9-D795-C91D-FA6E-1020C97D95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5B433-CCDD-E7AD-2219-16210A2F10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6C093-E427-013F-9B9D-5A96B59B56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EEE73-6CBB-5A43-915D-6D3EC7AE1E7C}" type="slidenum">
              <a:rPr lang="en-DE" smtClean="0"/>
              <a:pPr/>
              <a:t>5</a:t>
            </a:fld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AF6AAC-0DC1-C48B-7ACE-C5CBCFFE12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148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5008AF-2648-DB85-7385-8B312A4C2B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BF01AD4-1839-794E-BD90-91AB590172A7}" type="slidenum">
              <a:rPr lang="en-DE" smtClean="0"/>
              <a:pPr/>
              <a:t>6</a:t>
            </a:fld>
            <a:endParaRPr lang="e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86A856-1D96-F2C1-1BBA-66B78E451EDD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BF01AD4-1839-794E-BD90-91AB590172A7}" type="slidenum">
              <a:rPr lang="en-DE" smtClean="0"/>
              <a:pPr/>
              <a:t>6</a:t>
            </a:fld>
            <a:endParaRPr lang="e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800715-1182-3AF6-9EEF-5BE95CD339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C0097-1705-56C3-8184-96C9C7A8F3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ABEFC8-63CE-CB6E-BDF1-892EADC939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FB1AE1-2D35-9E48-14B8-BA7BE9D646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D54F7A-FFB9-65AC-0DD3-605C1FFAF5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BED262-1D9F-284E-A09E-9FD15966CC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431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92C0926-B2B0-2198-1884-2B2569D99F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ED9D4C-7219-E02C-150D-F29AA9A4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EC48D-71D3-DC4B-6B0E-C75EE6C597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346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F7C9AEA-676F-6279-5979-ECB15D04C2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6AA5F1-E5BF-2516-1BB1-BBC62576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42AB2-219C-2DB7-F7EA-269358018A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3337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B1D0E-F82B-848A-6374-8C9631A2C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F960F-265C-A4BB-B681-D2F6DC819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0310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3D14CC-D387-6C0E-9B4E-45F8318A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69CC3C-6388-CE9F-F112-111F1992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8436D-8632-95E1-0431-2C873F4B71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EB9B2-98E2-C48A-7925-EFA5422F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10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98724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095E-AC22-6E89-1879-378931B5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A897A-118A-8BDA-56A7-6D27AF69D2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8177B-A0EA-36DF-A93C-8BD84B9696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87BF-984D-E981-0E7C-0261DB7C5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325B3-7359-A30A-92D1-2721D6D7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6744-4E72-634D-83C3-20CC96599462}" type="slidenum">
              <a:rPr lang="en-DE" smtClean="0"/>
              <a:pPr/>
              <a:t>11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15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49DC07E-BFB6-B52D-0D6B-6AE9072264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486D3-47FB-7981-0D66-E15B0F4D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F1118-2B99-5FF0-DB1D-A122E10B94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24298-5584-39B3-7E0C-CCF3A41F35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CA23A6-E1CC-2438-EDFB-4CA9DF997B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487C87-50AB-8D69-0191-75AFF0CB10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3941236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template (Variant 1)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 template (Variant 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</Words>
  <Application>Microsoft Macintosh PowerPoint</Application>
  <PresentationFormat>Breitbild</PresentationFormat>
  <Paragraphs>6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Slide template (Variant 1)</vt:lpstr>
      <vt:lpstr>Slide template (Variant 2)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WNI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- Chapter 1 - Introduction to Psychology</dc:title>
  <dc:creator>Spuddy McSpare</dc:creator>
  <cp:lastModifiedBy>Johannes Zauner</cp:lastModifiedBy>
  <cp:revision>287</cp:revision>
  <cp:lastPrinted>2023-01-12T12:28:35Z</cp:lastPrinted>
  <dcterms:created xsi:type="dcterms:W3CDTF">2012-06-04T02:13:36Z</dcterms:created>
  <dcterms:modified xsi:type="dcterms:W3CDTF">2024-06-07T10:07:00Z</dcterms:modified>
</cp:coreProperties>
</file>
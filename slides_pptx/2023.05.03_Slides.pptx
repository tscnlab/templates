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3"/>
  </p:notesMasterIdLst>
  <p:handoutMasterIdLst>
    <p:handoutMasterId r:id="rId4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/>
        </p14:section>
        <p14:section name="Variant 2" id="{DD0467AF-370A-D345-9219-89A4FF52112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D38"/>
    <a:srgbClr val="FFFFFF"/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09" autoAdjust="0"/>
    <p:restoredTop sz="94788" autoAdjust="0"/>
  </p:normalViewPr>
  <p:slideViewPr>
    <p:cSldViewPr snapToGrid="0" snapToObjects="1">
      <p:cViewPr varScale="1">
        <p:scale>
          <a:sx n="154" d="100"/>
          <a:sy n="154" d="100"/>
        </p:scale>
        <p:origin x="656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5/4/23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‹#›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5/4/23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Title (side)" preserve="1" userDrawn="1">
  <p:cSld name="fewiknfewkfw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Picture Placeholder 38">
            <a:extLst>
              <a:ext uri="{FF2B5EF4-FFF2-40B4-BE49-F238E27FC236}">
                <a16:creationId xmlns:a16="http://schemas.microsoft.com/office/drawing/2014/main" id="{79C63365-FF4F-9CE1-4D8D-35CF8A436F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4311065"/>
            <a:ext cx="3428575" cy="8626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C8477-FEFA-99DC-C8C9-EC963E0CA7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2240674"/>
            <a:ext cx="1734093" cy="173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21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_2" preserve="1">
  <p:cSld name="Section separato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D1EB2D-02D0-0618-85D9-FE1D3382AB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0519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Variant 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>
                <a:solidFill>
                  <a:srgbClr val="0E2D38"/>
                </a:solidFill>
              </a:defRPr>
            </a:lvl1pPr>
            <a:lvl2pPr>
              <a:defRPr sz="2400">
                <a:solidFill>
                  <a:srgbClr val="0E2D38"/>
                </a:solidFill>
              </a:defRPr>
            </a:lvl2pPr>
            <a:lvl3pPr>
              <a:defRPr sz="2000">
                <a:solidFill>
                  <a:srgbClr val="0E2D38"/>
                </a:solidFill>
              </a:defRPr>
            </a:lvl3pPr>
            <a:lvl4pPr>
              <a:defRPr sz="1800">
                <a:solidFill>
                  <a:srgbClr val="0E2D38"/>
                </a:solidFill>
              </a:defRPr>
            </a:lvl4pPr>
            <a:lvl5pPr>
              <a:defRPr sz="1800">
                <a:solidFill>
                  <a:srgbClr val="0E2D38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D1A7E1-5264-7F90-1485-99D2C93E4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A5AA9EC-4E9A-B538-D5DD-3217C6C388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B8D81-A910-D785-4C0C-365DDA4A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96282" y="6225115"/>
            <a:ext cx="1436400" cy="365125"/>
          </a:xfrm>
        </p:spPr>
        <p:txBody>
          <a:bodyPr/>
          <a:lstStyle/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40B2A3-AEE6-BC60-2B01-4890D3CE70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Acknowledgments, Mail/GH/Tw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84353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1435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‹#›</a:t>
            </a:fld>
            <a:endParaRPr lang="en"/>
          </a:p>
        </p:txBody>
      </p: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8211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Title (side)" preserve="1" userDrawn="1">
  <p:cSld name="Dark Title (side)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Picture Placeholder 38">
            <a:extLst>
              <a:ext uri="{FF2B5EF4-FFF2-40B4-BE49-F238E27FC236}">
                <a16:creationId xmlns:a16="http://schemas.microsoft.com/office/drawing/2014/main" id="{79C63365-FF4F-9CE1-4D8D-35CF8A436F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4311065"/>
            <a:ext cx="3428575" cy="8626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C8477-FEFA-99DC-C8C9-EC963E0CA7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2240674"/>
            <a:ext cx="1734093" cy="173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082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_2" preserve="1">
  <p:cSld name="TITLE_2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9D00BC-3D57-EDF1-5A7C-9E84FDAA4B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11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B889C71-D37B-E007-AF76-0066DE5AF1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13234-B904-AA1D-6FDE-7C8C73A7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2AEAE4-E5C0-8E62-1E70-C1816BF7B7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5ABD0-8DAF-DE2A-C821-0F470C992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43973C-9245-EAF0-AC58-A16A47890E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01629C1-0A84-0479-0506-5F80A7013C5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491759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1C9378-B3C2-3490-B694-78DF69383B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 rotWithShape="1">
          <a:blip r:embed="rId3">
            <a:alphaModFix/>
            <a:biLevel thresh="75000"/>
          </a:blip>
          <a:srcRect/>
          <a:stretch/>
        </p:blipFill>
        <p:spPr>
          <a:xfrm>
            <a:off x="3071993" y="6282750"/>
            <a:ext cx="414529" cy="414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BB4A897-33F0-001A-94D7-0DAB9D90E6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50270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rk References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627619-3344-185B-7E1C-2B46F09DC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5540357-5332-D5D8-7379-56AD173E43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7269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156000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318F7C-863F-D94E-1089-98A7B625D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6282" y="6225115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498EEE73-6CBB-5A43-915D-6D3EC7AE1E7C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4" r:id="rId1"/>
    <p:sldLayoutId id="2147483945" r:id="rId2"/>
    <p:sldLayoutId id="2147483930" r:id="rId3"/>
    <p:sldLayoutId id="2147483931" r:id="rId4"/>
    <p:sldLayoutId id="2147483933" r:id="rId5"/>
    <p:sldLayoutId id="2147483934" r:id="rId6"/>
    <p:sldLayoutId id="2147483935" r:id="rId7"/>
    <p:sldLayoutId id="2147483936" r:id="rId8"/>
    <p:sldLayoutId id="2147483946" r:id="rId9"/>
    <p:sldLayoutId id="2147483947" r:id="rId10"/>
    <p:sldLayoutId id="214748394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rgbClr val="0E2D38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D280886-E04E-2FA2-8CA4-1EF0F8E6D167}"/>
              </a:ext>
            </a:extLst>
          </p:cNvPr>
          <p:cNvGrpSpPr/>
          <p:nvPr userDrawn="1"/>
        </p:nvGrpSpPr>
        <p:grpSpPr>
          <a:xfrm>
            <a:off x="156000" y="6277481"/>
            <a:ext cx="2838743" cy="312759"/>
            <a:chOff x="25678256" y="1213808"/>
            <a:chExt cx="16502519" cy="1818168"/>
          </a:xfrm>
        </p:grpSpPr>
        <p:pic>
          <p:nvPicPr>
            <p:cNvPr id="6" name="Picture Placeholder 38">
              <a:extLst>
                <a:ext uri="{FF2B5EF4-FFF2-40B4-BE49-F238E27FC236}">
                  <a16:creationId xmlns:a16="http://schemas.microsoft.com/office/drawing/2014/main" id="{52004F97-A4A0-4DFF-4DF3-54E8888161E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BEAA4BE-4B8F-3EB6-6587-46177D9B48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8BA9CCA-EF0A-3373-8013-3B977D0641E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CC81AD36-35A0-1697-5C70-8FF530130EB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8263F2-1280-2089-7A70-49ACF71682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4800" y="6224400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</a:defRPr>
            </a:lvl1pPr>
          </a:lstStyle>
          <a:p>
            <a:fld id="{2C0D6744-4E72-634D-83C3-20CC96599462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51" r:id="rId9"/>
    <p:sldLayoutId id="2147483952" r:id="rId10"/>
    <p:sldLayoutId id="214748395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bg1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Slide template (Variant 1)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0</vt:i4>
      </vt:variant>
    </vt:vector>
  </HeadingPairs>
  <TitlesOfParts>
    <vt:vector size="8" baseType="lpstr">
      <vt:lpstr>Arial</vt:lpstr>
      <vt:lpstr>Calibri</vt:lpstr>
      <vt:lpstr>Helvetica</vt:lpstr>
      <vt:lpstr>Helvetica Light</vt:lpstr>
      <vt:lpstr>Helvetica Neue</vt:lpstr>
      <vt:lpstr>TUM Neue Helvetica 55 Regular</vt:lpstr>
      <vt:lpstr>Slide template (Variant 1)</vt:lpstr>
      <vt:lpstr>Slide template (Variant 2)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Microsoft Office User</cp:lastModifiedBy>
  <cp:revision>275</cp:revision>
  <cp:lastPrinted>2023-01-12T12:28:35Z</cp:lastPrinted>
  <dcterms:created xsi:type="dcterms:W3CDTF">2012-06-04T02:13:36Z</dcterms:created>
  <dcterms:modified xsi:type="dcterms:W3CDTF">2023-05-04T12:26:47Z</dcterms:modified>
</cp:coreProperties>
</file>
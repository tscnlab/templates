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29" r:id="rId1"/>
    <p:sldMasterId id="2147483937" r:id="rId2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riant 1" id="{26E731A6-90F2-AA46-B9F0-278C949BD4FA}">
          <p14:sldIdLst>
            <p14:sldId id="256"/>
            <p14:sldId id="257"/>
            <p14:sldId id="258"/>
            <p14:sldId id="259"/>
            <p14:sldId id="260"/>
          </p14:sldIdLst>
        </p14:section>
        <p14:section name="Variant 2" id="{DD0467AF-370A-D345-9219-89A4FF521124}">
          <p14:sldIdLst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93"/>
    <a:srgbClr val="D0D8E8"/>
    <a:srgbClr val="306E93"/>
    <a:srgbClr val="6CB255"/>
    <a:srgbClr val="E5D419"/>
    <a:srgbClr val="212F62"/>
    <a:srgbClr val="72A510"/>
    <a:srgbClr val="A4EC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94797" autoAdjust="0"/>
  </p:normalViewPr>
  <p:slideViewPr>
    <p:cSldViewPr snapToGrid="0" snapToObjects="1">
      <p:cViewPr varScale="1">
        <p:scale>
          <a:sx n="152" d="100"/>
          <a:sy n="152" d="100"/>
        </p:scale>
        <p:origin x="51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UM Neue Helvetica 55 Regular" panose="020B0604020202020204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D041A-73BB-E643-A8C7-50D88C2F22F5}" type="datetimeFigureOut">
              <a:rPr lang="en-US" smtClean="0">
                <a:latin typeface="TUM Neue Helvetica 55 Regular" panose="020B0604020202020204" pitchFamily="34" charset="77"/>
              </a:rPr>
              <a:t>5/3/23</a:t>
            </a:fld>
            <a:endParaRPr lang="en-US" dirty="0">
              <a:latin typeface="TUM Neue Helvetica 55 Regular" panose="020B0604020202020204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UM Neue Helvetica 55 Regular" panose="020B0604020202020204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EFEC5-3018-A548-B247-453C6EC1EC1A}" type="slidenum">
              <a:rPr lang="en-US" smtClean="0">
                <a:latin typeface="TUM Neue Helvetica 55 Regular" panose="020B0604020202020204" pitchFamily="34" charset="77"/>
              </a:rPr>
              <a:t>‹#›</a:t>
            </a:fld>
            <a:endParaRPr lang="en-US" dirty="0">
              <a:latin typeface="TUM Neue Helvetica 55 Regular" panose="020B06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300572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UM Neue Helvetica 55 Regular" panose="020B0604020202020204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UM Neue Helvetica 55 Regular" panose="020B0604020202020204" pitchFamily="34" charset="77"/>
              </a:defRPr>
            </a:lvl1pPr>
          </a:lstStyle>
          <a:p>
            <a:fld id="{0DF9DF7B-F6DF-4040-BF00-4447D75AE71E}" type="datetimeFigureOut">
              <a:rPr lang="en-US" smtClean="0"/>
              <a:pPr/>
              <a:t>5/3/23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UM Neue Helvetica 55 Regular" panose="020B0604020202020204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UM Neue Helvetica 55 Regular" panose="020B0604020202020204" pitchFamily="34" charset="77"/>
              </a:defRPr>
            </a:lvl1pPr>
          </a:lstStyle>
          <a:p>
            <a:fld id="{32FD5EBD-D990-46C8-82F6-3EB4E763E3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1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UM Neue Helvetica 55 Regular" panose="020B0604020202020204" pitchFamily="34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TUM Neue Helvetica 55 Regular" panose="020B0604020202020204" pitchFamily="34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TUM Neue Helvetica 55 Regular" panose="020B0604020202020204" pitchFamily="34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TUM Neue Helvetica 55 Regular" panose="020B0604020202020204" pitchFamily="34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TUM Neue Helvetica 55 Regular" panose="020B0604020202020204" pitchFamily="34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2DEE7C-AF0C-A94C-0089-53BA99335C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6000" y="3243098"/>
            <a:ext cx="11880000" cy="153845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28B059B-334C-45D2-2325-10DA6A37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519073"/>
            <a:ext cx="11880000" cy="144320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BC65F-206A-0B48-AF56-FE3AA1676A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5574" y="4945063"/>
            <a:ext cx="11879999" cy="10263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</p:spTree>
    <p:extLst>
      <p:ext uri="{BB962C8B-B14F-4D97-AF65-F5344CB8AC3E}">
        <p14:creationId xmlns:p14="http://schemas.microsoft.com/office/powerpoint/2010/main" val="2219985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B0433-50EC-6784-D802-9118B6C69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DA256B-B176-F1F9-4E08-9BC37F45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77552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lide with text/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7FC88-B2EE-83A2-FD34-E4C46B52B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6000" y="920749"/>
            <a:ext cx="5682825" cy="51943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A51E9-7829-7767-4EF5-52DDEEC1A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3177" y="920750"/>
            <a:ext cx="5686422" cy="5194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4873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4731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no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326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575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2DEE7C-AF0C-A94C-0089-53BA99335C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6000" y="3243098"/>
            <a:ext cx="11880000" cy="153845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[Full name, including title and/or post-name letters] [Full author list, if required] [Institution(s)]</a:t>
            </a:r>
          </a:p>
          <a:p>
            <a:endParaRPr lang="en-GB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28B059B-334C-45D2-2325-10DA6A37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519073"/>
            <a:ext cx="11880000" cy="1443202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BC65F-206A-0B48-AF56-FE3AA1676A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5574" y="4945063"/>
            <a:ext cx="11879999" cy="10263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DE" dirty="0"/>
              <a:t>[Event date], [Event name]</a:t>
            </a:r>
          </a:p>
        </p:txBody>
      </p:sp>
    </p:spTree>
    <p:extLst>
      <p:ext uri="{BB962C8B-B14F-4D97-AF65-F5344CB8AC3E}">
        <p14:creationId xmlns:p14="http://schemas.microsoft.com/office/powerpoint/2010/main" val="4061247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/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B0433-50EC-6784-D802-9118B6C69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DA256B-B176-F1F9-4E08-9BC37F45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33962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lide with text/content (2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7FC88-B2EE-83A2-FD34-E4C46B52B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6000" y="920749"/>
            <a:ext cx="5682825" cy="51943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A51E9-7829-7767-4EF5-52DDEEC1A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3177" y="920750"/>
            <a:ext cx="5686422" cy="5194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4875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3343-BF38-5B08-96D0-93D87ECB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29724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 with no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922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456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sv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4.svg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E7AFEBE-EB96-B5BE-E9E2-39426ECA7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48"/>
          <a:stretch/>
        </p:blipFill>
        <p:spPr>
          <a:xfrm>
            <a:off x="0" y="1"/>
            <a:ext cx="12192000" cy="60690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6E141-F77C-4187-5327-AC654B5F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29472"/>
            <a:ext cx="11880000" cy="3965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38802-D82A-3EE8-3611-AD0007BD0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000" y="923110"/>
            <a:ext cx="11880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CCEF8CA-7B4F-0B2A-9B9F-D887B00A497A}"/>
              </a:ext>
            </a:extLst>
          </p:cNvPr>
          <p:cNvGrpSpPr/>
          <p:nvPr userDrawn="1"/>
        </p:nvGrpSpPr>
        <p:grpSpPr>
          <a:xfrm>
            <a:off x="9193782" y="6277481"/>
            <a:ext cx="2838743" cy="312759"/>
            <a:chOff x="25678256" y="1213808"/>
            <a:chExt cx="16502519" cy="1818168"/>
          </a:xfrm>
        </p:grpSpPr>
        <p:pic>
          <p:nvPicPr>
            <p:cNvPr id="8" name="Picture Placeholder 38">
              <a:extLst>
                <a:ext uri="{FF2B5EF4-FFF2-40B4-BE49-F238E27FC236}">
                  <a16:creationId xmlns:a16="http://schemas.microsoft.com/office/drawing/2014/main" id="{6C5153D8-994A-9B62-15B4-8947E5C60D8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" r="-162"/>
            <a:stretch/>
          </p:blipFill>
          <p:spPr>
            <a:xfrm>
              <a:off x="25678256" y="1213808"/>
              <a:ext cx="9119494" cy="1818168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7D08E24-258B-A058-315A-69B21A80CF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9700065" y="1281611"/>
              <a:ext cx="2480710" cy="155528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0003E41-C03E-3D2F-9DF2-49C04C1DA48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t="-1" r="81934" b="-1"/>
            <a:stretch/>
          </p:blipFill>
          <p:spPr>
            <a:xfrm>
              <a:off x="35661846" y="1281611"/>
              <a:ext cx="1768321" cy="1555282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3FD8F14A-38B4-3140-D793-A47B962E035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81992"/>
            <a:stretch/>
          </p:blipFill>
          <p:spPr>
            <a:xfrm>
              <a:off x="37283612" y="1281611"/>
              <a:ext cx="1762610" cy="1555282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D62B750-98ED-7B87-DBEE-F6F52F086B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48"/>
          <a:stretch/>
        </p:blipFill>
        <p:spPr>
          <a:xfrm flipH="1">
            <a:off x="0" y="6763011"/>
            <a:ext cx="12192000" cy="9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99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3" r:id="rId3"/>
    <p:sldLayoutId id="2147483934" r:id="rId4"/>
    <p:sldLayoutId id="2147483935" r:id="rId5"/>
    <p:sldLayoutId id="214748393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chemeClr val="tx1"/>
          </a:solidFill>
          <a:latin typeface="Helvetica" pitchFamily="2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E7AFEBE-EB96-B5BE-E9E2-39426ECA7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80" b="12568"/>
          <a:stretch/>
        </p:blipFill>
        <p:spPr>
          <a:xfrm>
            <a:off x="0" y="1"/>
            <a:ext cx="12192000" cy="60690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6E141-F77C-4187-5327-AC654B5F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129472"/>
            <a:ext cx="11880000" cy="3965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38802-D82A-3EE8-3611-AD0007BD0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000" y="923110"/>
            <a:ext cx="11880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CCEF8CA-7B4F-0B2A-9B9F-D887B00A497A}"/>
              </a:ext>
            </a:extLst>
          </p:cNvPr>
          <p:cNvGrpSpPr/>
          <p:nvPr userDrawn="1"/>
        </p:nvGrpSpPr>
        <p:grpSpPr>
          <a:xfrm>
            <a:off x="9193782" y="6277481"/>
            <a:ext cx="2838743" cy="312759"/>
            <a:chOff x="25678256" y="1213808"/>
            <a:chExt cx="16502519" cy="1818168"/>
          </a:xfrm>
        </p:grpSpPr>
        <p:pic>
          <p:nvPicPr>
            <p:cNvPr id="8" name="Picture Placeholder 38">
              <a:extLst>
                <a:ext uri="{FF2B5EF4-FFF2-40B4-BE49-F238E27FC236}">
                  <a16:creationId xmlns:a16="http://schemas.microsoft.com/office/drawing/2014/main" id="{6C5153D8-994A-9B62-15B4-8947E5C60D8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" r="-162"/>
            <a:stretch/>
          </p:blipFill>
          <p:spPr>
            <a:xfrm>
              <a:off x="25678256" y="1213808"/>
              <a:ext cx="9119494" cy="1818168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7D08E24-258B-A058-315A-69B21A80CF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9700065" y="1281611"/>
              <a:ext cx="2480710" cy="155528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0003E41-C03E-3D2F-9DF2-49C04C1DA48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t="-1" r="81934" b="-1"/>
            <a:stretch/>
          </p:blipFill>
          <p:spPr>
            <a:xfrm>
              <a:off x="35661846" y="1281611"/>
              <a:ext cx="1768321" cy="1555282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3FD8F14A-38B4-3140-D793-A47B962E035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81992"/>
            <a:stretch/>
          </p:blipFill>
          <p:spPr>
            <a:xfrm>
              <a:off x="37283612" y="1281611"/>
              <a:ext cx="1762610" cy="1555282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BE619C9-9BF0-7194-64C6-7284C6F71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61" b="6487"/>
          <a:stretch/>
        </p:blipFill>
        <p:spPr>
          <a:xfrm flipH="1">
            <a:off x="0" y="6763011"/>
            <a:ext cx="12192000" cy="9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5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chemeClr val="bg1"/>
          </a:solidFill>
          <a:latin typeface="Helvetica" pitchFamily="2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5364B7E-0CD1-424B-007F-2664052351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21E01C-FC5A-6C5E-54EB-BF822EBE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EE059-5391-A8D2-F3A1-8D6A48799FD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57095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C3FF54-32BE-03FE-4E1E-11041C911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A3CF30-3CB9-DE62-CF64-404A26D2B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053005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F55B-1D61-0BCB-50B5-0FCE46EDD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D2493-2AE0-2E9B-13B8-A075DAE38E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13C30-499B-B9B9-A169-5372F91A5F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18560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61577-11DF-0349-070E-EB5ECD2DE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11390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7606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1C5D475-220B-EF4D-4631-40EDC43CDA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A30BE4-DF06-9AFC-3BC8-DBC1E084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CBFA5-5EA4-5B41-C839-27FBCA14705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68716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53268B-EEF1-F439-A205-22EE17128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EFDA86-3CB5-7440-E732-E2614F470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42053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4AE68-90DB-A9F6-A8DD-3D739890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110C-1D12-957F-6F1A-B554885909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A41C5-4F38-36F4-A633-51B76D270F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62949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C288-545B-6AF8-832B-056D64AFE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3310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801870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template (Variant 1)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 template (Variant 2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2859</TotalTime>
  <Words>0</Words>
  <Application>Microsoft Macintosh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Helvetica</vt:lpstr>
      <vt:lpstr>Helvetica Light</vt:lpstr>
      <vt:lpstr>TUM Neue Helvetica 55 Regular</vt:lpstr>
      <vt:lpstr>Slide template (Variant 1)</vt:lpstr>
      <vt:lpstr>Slide template (Variant 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Psychology - Chapter 1 - Introduction to Psychology</dc:title>
  <dc:creator>Spuddy McSpare</dc:creator>
  <cp:lastModifiedBy>Microsoft Office User</cp:lastModifiedBy>
  <cp:revision>264</cp:revision>
  <cp:lastPrinted>2023-01-12T12:28:35Z</cp:lastPrinted>
  <dcterms:created xsi:type="dcterms:W3CDTF">2012-06-04T02:13:36Z</dcterms:created>
  <dcterms:modified xsi:type="dcterms:W3CDTF">2023-05-03T16:33:48Z</dcterms:modified>
</cp:coreProperties>
</file>
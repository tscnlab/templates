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riant 2" id="{DD0467AF-370A-D345-9219-89A4FF5211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8"/>
    <a:srgbClr val="FFFFFF"/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109" autoAdjust="0"/>
    <p:restoredTop sz="94797" autoAdjust="0"/>
  </p:normalViewPr>
  <p:slideViewPr>
    <p:cSldViewPr snapToGrid="0" snapToObjects="1">
      <p:cViewPr varScale="1">
        <p:scale>
          <a:sx n="162" d="100"/>
          <a:sy n="162" d="100"/>
        </p:scale>
        <p:origin x="33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TUM Neue Helvetica 55 Regular" panose="020B0604020202020204" pitchFamily="34" charset="77"/>
              </a:rPr>
              <a:t>5/5/23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TUM Neue Helvetica 55 Regular" panose="020B0604020202020204" pitchFamily="34" charset="77"/>
              </a:rPr>
              <a:t>‹#›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0DF9DF7B-F6DF-4040-BF00-4447D75AE71E}" type="datetimeFigureOut">
              <a:rPr lang="en-US" smtClean="0"/>
              <a:pPr/>
              <a:t>5/5/23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32FD5EBD-D990-46C8-82F6-3EB4E763E3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emf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emf"/><Relationship Id="rId7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Varian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fewiknfewkfw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Picture Placeholder 38">
            <a:extLst>
              <a:ext uri="{FF2B5EF4-FFF2-40B4-BE49-F238E27FC236}">
                <a16:creationId xmlns:a16="http://schemas.microsoft.com/office/drawing/2014/main" id="{79C63365-FF4F-9CE1-4D8D-35CF8A436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C8477-FEFA-99DC-C8C9-EC963E0CA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E0C42B3-B413-1928-D6C8-31E6ACDBB2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638AA9-76D3-4551-92BC-4BF19C20F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E906CD-9AEB-E21D-75F9-450149370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Section separato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1EB2D-02D0-0618-85D9-FE1D3382A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5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rgbClr val="0E2D38"/>
                </a:solidFill>
              </a:defRPr>
            </a:lvl1pPr>
            <a:lvl2pPr>
              <a:defRPr sz="2400">
                <a:solidFill>
                  <a:srgbClr val="0E2D38"/>
                </a:solidFill>
              </a:defRPr>
            </a:lvl2pPr>
            <a:lvl3pPr>
              <a:defRPr sz="2000">
                <a:solidFill>
                  <a:srgbClr val="0E2D38"/>
                </a:solidFill>
              </a:defRPr>
            </a:lvl3pPr>
            <a:lvl4pPr>
              <a:defRPr sz="1800">
                <a:solidFill>
                  <a:srgbClr val="0E2D38"/>
                </a:solidFill>
              </a:defRPr>
            </a:lvl4pPr>
            <a:lvl5pPr>
              <a:defRPr sz="1800">
                <a:solidFill>
                  <a:srgbClr val="0E2D38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A7E1-5264-7F90-1485-99D2C93E4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AA9EC-4E9A-B538-D5DD-3217C6C38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8D81-A910-D785-4C0C-365DDA4A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6282" y="6225115"/>
            <a:ext cx="1436400" cy="365125"/>
          </a:xfrm>
        </p:spPr>
        <p:txBody>
          <a:bodyPr/>
          <a:lstStyle/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40B2A3-AEE6-BC60-2B01-4890D3CE7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Acknowledgments, Mail/GH/Tw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43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1435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Helvetica Light" panose="020B0403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‹#›</a:t>
            </a:fld>
            <a:endParaRPr lang="en"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8211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Dark Title (side)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769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7E240C5D-9FA5-DED5-F5F9-4AC706C11C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4F44C-80EE-79AD-650B-2F7CD008C1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71DE36-93C2-EDB1-2730-01AD0D7B75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37C6A0-8A92-0418-6A5F-911DE162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1D06B6-A071-9056-85E4-BEB15BCFC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8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00BC-3D57-EDF1-5A7C-9E84FDAA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1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889C71-D37B-E007-AF76-0066DE5AF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3234-B904-AA1D-6FDE-7C8C73A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AEAE4-E5C0-8E62-1E70-C1816BF7B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BD0-8DAF-DE2A-C821-0F470C99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3973C-9245-EAF0-AC58-A16A47890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01629C1-0A84-0479-0506-5F80A7013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17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C9378-B3C2-3490-B694-78DF6938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  <a:biLevel thresh="75000"/>
          </a:blip>
          <a:srcRect/>
          <a:stretch/>
        </p:blipFill>
        <p:spPr>
          <a:xfrm>
            <a:off x="3071993" y="6282750"/>
            <a:ext cx="414529" cy="41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BB4A897-33F0-001A-94D7-0DAB9D90E6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027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27619-3344-185B-7E1C-2B46F09DC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5540357-5332-D5D8-7379-56AD173E4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26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CEF8CA-7B4F-0B2A-9B9F-D887B00A497A}"/>
              </a:ext>
            </a:extLst>
          </p:cNvPr>
          <p:cNvGrpSpPr/>
          <p:nvPr userDrawn="1"/>
        </p:nvGrpSpPr>
        <p:grpSpPr>
          <a:xfrm>
            <a:off x="156000" y="6277481"/>
            <a:ext cx="2838743" cy="312759"/>
            <a:chOff x="25678256" y="1213808"/>
            <a:chExt cx="16502519" cy="1818168"/>
          </a:xfrm>
        </p:grpSpPr>
        <p:pic>
          <p:nvPicPr>
            <p:cNvPr id="8" name="Picture Placeholder 38">
              <a:extLst>
                <a:ext uri="{FF2B5EF4-FFF2-40B4-BE49-F238E27FC236}">
                  <a16:creationId xmlns:a16="http://schemas.microsoft.com/office/drawing/2014/main" id="{6C5153D8-994A-9B62-15B4-8947E5C60D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" r="-162"/>
            <a:stretch/>
          </p:blipFill>
          <p:spPr>
            <a:xfrm>
              <a:off x="25678256" y="1213808"/>
              <a:ext cx="9119494" cy="181816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7D08E24-258B-A058-315A-69B21A80CF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9700065" y="1281611"/>
              <a:ext cx="2480710" cy="155528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0003E41-C03E-3D2F-9DF2-49C04C1DA4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-1" r="81934" b="-1"/>
            <a:stretch/>
          </p:blipFill>
          <p:spPr>
            <a:xfrm>
              <a:off x="35661846" y="1281611"/>
              <a:ext cx="1768321" cy="1555282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FD8F14A-38B4-3140-D793-A47B962E035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81992"/>
            <a:stretch/>
          </p:blipFill>
          <p:spPr>
            <a:xfrm>
              <a:off x="37283612" y="1281611"/>
              <a:ext cx="1762610" cy="1555282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8F7C-863F-D94E-1089-98A7B625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6282" y="6225115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44" r:id="rId2"/>
    <p:sldLayoutId id="2147483945" r:id="rId3"/>
    <p:sldLayoutId id="2147483931" r:id="rId4"/>
    <p:sldLayoutId id="2147483933" r:id="rId5"/>
    <p:sldLayoutId id="2147483934" r:id="rId6"/>
    <p:sldLayoutId id="2147483935" r:id="rId7"/>
    <p:sldLayoutId id="2147483936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rgbClr val="0E2D38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D280886-E04E-2FA2-8CA4-1EF0F8E6D167}"/>
              </a:ext>
            </a:extLst>
          </p:cNvPr>
          <p:cNvGrpSpPr/>
          <p:nvPr userDrawn="1"/>
        </p:nvGrpSpPr>
        <p:grpSpPr>
          <a:xfrm>
            <a:off x="156000" y="6277481"/>
            <a:ext cx="2838743" cy="312759"/>
            <a:chOff x="25678256" y="1213808"/>
            <a:chExt cx="16502519" cy="1818168"/>
          </a:xfrm>
        </p:grpSpPr>
        <p:pic>
          <p:nvPicPr>
            <p:cNvPr id="6" name="Picture Placeholder 38">
              <a:extLst>
                <a:ext uri="{FF2B5EF4-FFF2-40B4-BE49-F238E27FC236}">
                  <a16:creationId xmlns:a16="http://schemas.microsoft.com/office/drawing/2014/main" id="{52004F97-A4A0-4DFF-4DF3-54E8888161E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" r="-162"/>
            <a:stretch/>
          </p:blipFill>
          <p:spPr>
            <a:xfrm>
              <a:off x="25678256" y="1213808"/>
              <a:ext cx="9119494" cy="1818168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BEAA4BE-4B8F-3EB6-6587-46177D9B48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9700065" y="1281611"/>
              <a:ext cx="2480710" cy="155528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8BA9CCA-EF0A-3373-8013-3B977D0641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-1" r="81934" b="-1"/>
            <a:stretch/>
          </p:blipFill>
          <p:spPr>
            <a:xfrm>
              <a:off x="35661846" y="1281611"/>
              <a:ext cx="1768321" cy="1555282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C81AD36-35A0-1697-5C70-8FF530130EB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81992"/>
            <a:stretch/>
          </p:blipFill>
          <p:spPr>
            <a:xfrm>
              <a:off x="37283612" y="1281611"/>
              <a:ext cx="1762610" cy="1555282"/>
            </a:xfrm>
            <a:prstGeom prst="rect">
              <a:avLst/>
            </a:prstGeom>
          </p:spPr>
        </p:pic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8263F2-1280-2089-7A70-49ACF716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800" y="6224400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</a:defRPr>
            </a:lvl1pPr>
          </a:lstStyle>
          <a:p>
            <a:fld id="{2C0D6744-4E72-634D-83C3-20CC96599462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9" r:id="rId2"/>
    <p:sldLayoutId id="2147483950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bg1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5D7F5A3-7376-A50B-B725-4CC8C79B1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850E-4B33-CDD6-8F50-8DD66D5C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A9990-AB29-DB7D-5B92-C2B2F9A9DD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1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52F20D-3418-1113-EF22-C59394D7A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0C2A5-28D5-FC0C-D0BE-BEB58AB5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DC08-D1D5-CEE0-39FF-AA82F354A0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306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FEA7-6DBD-C3A7-D771-71055686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5F72-6E2C-554E-C295-22C9057D0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42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630B1-2C31-2121-4DE1-1878CFC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DDCD9-343A-7038-D740-8FBA064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8332-38BF-76A2-8FEA-955969B1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4</a:t>
            </a:fld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86A2D-78F3-73B2-1386-CF432F539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A12-66EC-7C11-258C-7E3BA9DC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EFE9-D795-C91D-FA6E-1020C97D9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5B433-CCDD-E7AD-2219-16210A2F1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C093-E427-013F-9B9D-5A96B59B5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5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F6AAC-0DC1-C48B-7ACE-C5CBCFFE1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14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08AF-2648-DB85-7385-8B312A4C2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6A856-1D96-F2C1-1BBA-66B78E451ED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00715-1182-3AF6-9EEF-5BE95CD33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C0097-1705-56C3-8184-96C9C7A8F3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BEFC8-63CE-CB6E-BDF1-892EADC93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FB1AE1-2D35-9E48-14B8-BA7BE9D646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54F7A-FFB9-65AC-0DD3-605C1FFAF5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ED262-1D9F-284E-A09E-9FD15966CC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3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2C0926-B2B0-2198-1884-2B2569D9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9D4C-7219-E02C-150D-F29AA9A4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C48D-71D3-DC4B-6B0E-C75EE6C59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46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9AEA-676F-6279-5979-ECB15D04C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AA5F1-E5BF-2516-1BB1-BBC62576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2AB2-219C-2DB7-F7EA-269358018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3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1D0E-F82B-848A-6374-8C9631A2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960F-265C-A4BB-B681-D2F6DC819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31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14CC-D387-6C0E-9B4E-45F8318A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9CC3C-6388-CE9F-F112-111F1992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436D-8632-95E1-0431-2C873F4B7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9B2-98E2-C48A-7925-EFA5422F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9872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095E-AC22-6E89-1879-378931B5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897A-118A-8BDA-56A7-6D27AF69D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177B-A0EA-36DF-A93C-8BD84B969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87BF-984D-E981-0E7C-0261DB7C5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325B3-7359-A30A-92D1-2721D6D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49DC07E-BFB6-B52D-0D6B-6AE907226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486D3-47FB-7981-0D66-E15B0F4D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1118-2B99-5FF0-DB1D-A122E10B94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4298-5584-39B3-7E0C-CCF3A41F3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A23A6-E1CC-2438-EDFB-4CA9DF997B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487C87-50AB-8D69-0191-75AFF0CB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394123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2888</TotalTime>
  <Words>6</Words>
  <Application>Microsoft Macintosh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Helvetica</vt:lpstr>
      <vt:lpstr>Helvetica Light</vt:lpstr>
      <vt:lpstr>Helvetica Neue</vt:lpstr>
      <vt:lpstr>TUM Neue Helvetica 55 Regular</vt:lpstr>
      <vt:lpstr>Slide template (Variant 1)</vt:lpstr>
      <vt:lpstr>Slide template (Variant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Microsoft Office User</cp:lastModifiedBy>
  <cp:revision>280</cp:revision>
  <cp:lastPrinted>2023-01-12T12:28:35Z</cp:lastPrinted>
  <dcterms:created xsi:type="dcterms:W3CDTF">2012-06-04T02:13:36Z</dcterms:created>
  <dcterms:modified xsi:type="dcterms:W3CDTF">2023-05-05T13:20:19Z</dcterms:modified>
</cp:coreProperties>
</file>